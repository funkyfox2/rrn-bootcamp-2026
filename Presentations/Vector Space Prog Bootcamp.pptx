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633290-7093-4090-9282-2DD9673F8B76}">
  <a:tblStyle styleId="{C2633290-7093-4090-9282-2DD9673F8B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35.png"/><Relationship Id="rId6" Type="http://schemas.openxmlformats.org/officeDocument/2006/relationships/image" Target="../media/image27.png"/><Relationship Id="rId7" Type="http://schemas.openxmlformats.org/officeDocument/2006/relationships/image" Target="../media/image34.png"/><Relationship Id="rId8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40505" y="2033587"/>
            <a:ext cx="791098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Programming Syntax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28862" y="3157537"/>
            <a:ext cx="75342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A Comprehensive Guide to Coding Grammar for Beginners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3995737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381625" y="2759868"/>
            <a:ext cx="1428750" cy="476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3093243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Part 1: Data Storage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998118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Understanding how computers memorize and organize information.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859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085975"/>
            <a:ext cx="5334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Variable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is a reserved space in computer memory used to store a specific piece of data. Imagine it as a box with a label on the outside.</a:t>
            </a:r>
            <a:endParaRPr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2105025"/>
            <a:ext cx="52959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000125" y="3052762"/>
            <a:ext cx="4905375" cy="544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The Name: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A unique label used to find the box later (e.g., playerName).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00125" y="3768476"/>
            <a:ext cx="4905375" cy="272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The Value: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The data sitting inside the box (e.g., "Alex").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00125" y="4212728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Reassignment: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You can open the box and swap the contents at any time.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813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97051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24130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Variables: The Storage Boxes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62000" y="571500"/>
            <a:ext cx="56007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Strings: Handling Text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1504950"/>
            <a:ext cx="5524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String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is any sequence of characters (letters, numbers, or symbols) treated as plain text data.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000125" y="2314575"/>
            <a:ext cx="5095875" cy="272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Quotation Marks: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Always wrapped in " " or ' '.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00125" y="2758826"/>
            <a:ext cx="5095875" cy="545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Concatenation: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Gluing strings together (e.g., "Super" + "man").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000125" y="3475880"/>
            <a:ext cx="50958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Analogy: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Like a written note or a message scrawled on paper.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3150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87401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445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2228850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6286500" y="222885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Whole Numbers Only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286500" y="2505075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An </a:t>
            </a: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Integer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is a numerical data type that does not allow decimal points or fractions. It is used for counting distinct items.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7825" y="2305050"/>
            <a:ext cx="31813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715125" y="3200400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Analogy: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Counting physical coins (you can't have half a coin in this context).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15125" y="3914775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Usage: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Levels, scores, lives, or years.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715125" y="4357687"/>
            <a:ext cx="4905375" cy="272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let playerLives = 3;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228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9433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438626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Integers: Counting Whole Items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1768"/>
            <a:ext cx="5334000" cy="1985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21768"/>
            <a:ext cx="5334000" cy="234791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866775" y="3017043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Why Floats?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66775" y="3293268"/>
            <a:ext cx="4743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Sometimes whole numbers aren't enough. </a:t>
            </a: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Floats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(and Doubles) allow for </a:t>
            </a: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decimal precision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, making them vital for math that requires accuracy.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581775" y="3017043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Common Uses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010400" y="3445668"/>
            <a:ext cx="43148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Prices and currency.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010400" y="3888581"/>
            <a:ext cx="43148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GPS coordinates.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010400" y="4331493"/>
            <a:ext cx="43148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Scientific measurements.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347424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917156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4360068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Floats: Precise Decimals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3038475"/>
            <a:ext cx="25431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1/0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3686175" y="2879973"/>
            <a:ext cx="73009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True or False?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3686175" y="3156198"/>
            <a:ext cx="6953250" cy="272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Boolean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is a logical data type that can only hold one of two values: true or false.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4114800" y="3581400"/>
            <a:ext cx="6524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Analogy: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Like a light switch—it is either ON or OFF.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4114800" y="4024312"/>
            <a:ext cx="6524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Usage: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Is the user logged in? Is the game over?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4114800" y="4467225"/>
            <a:ext cx="6524625" cy="272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let isGameOver = false;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6175" y="36099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6175" y="40528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6175" y="44958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Booleans: The Logic Gate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5381625" y="2759868"/>
            <a:ext cx="1428750" cy="476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5275" y="3093243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Part 2: Coding Behavior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3998118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Methods, parameters, and the actions your program performs.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859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71500" y="2085975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If variables are "Nouns," then </a:t>
            </a: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Methods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(also called Functions) are the "Verbs." They are reusable blocks of instructions.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000125" y="2781300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Reusability: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Write code once, call it a thousand times.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000125" y="3224212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Analogy: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Like a specific recipe in a cookbook.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000125" y="3667125"/>
            <a:ext cx="4905375" cy="272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jumpPlayer();</a:t>
            </a:r>
            <a:endParaRPr/>
          </a:p>
        </p:txBody>
      </p:sp>
      <p:pic>
        <p:nvPicPr>
          <p:cNvPr descr="image.png"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098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52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957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Methods: Reusable Actions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7687"/>
            <a:ext cx="3524250" cy="2415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87687"/>
            <a:ext cx="3524250" cy="2415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687687"/>
            <a:ext cx="3524250" cy="24159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803433" y="35925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Raw Materials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876300" y="3868787"/>
            <a:ext cx="29146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Parameters are the data inputs you pass </a:t>
            </a: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into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a method so it can do its job.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565808" y="35925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Processing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4638675" y="3868787"/>
            <a:ext cx="29146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The code inside the method uses these variables to calculate a unique result.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328183" y="3592562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401050" y="3868787"/>
            <a:ext cx="2914650" cy="81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add(5, 10);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The numbers 5 and 10 are the parameters.</a:t>
            </a:r>
            <a:endParaRPr/>
          </a:p>
        </p:txBody>
      </p:sp>
      <p:pic>
        <p:nvPicPr>
          <p:cNvPr descr="image.png" id="214" name="Google Shape;21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5025" y="29924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9924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9775" y="29924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Parameters: Method Inputs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4162"/>
            <a:ext cx="5405437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824162"/>
            <a:ext cx="5405437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756404" y="3729037"/>
            <a:ext cx="503562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The Answer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76300" y="4005262"/>
            <a:ext cx="47958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Return Value</a:t>
            </a: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is the final output sent back to the main program.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399966" y="3729037"/>
            <a:ext cx="503562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Ending the Action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519862" y="4005262"/>
            <a:ext cx="47958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Once a method returns a value, its job is done and it stops executing code.</a:t>
            </a:r>
            <a:endParaRPr/>
          </a:p>
        </p:txBody>
      </p:sp>
      <p:pic>
        <p:nvPicPr>
          <p:cNvPr descr="image.png" id="230" name="Google Shape;23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5618" y="3128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17756" y="31289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Return Values: Final Output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/>
          <p:nvPr/>
        </p:nvSpPr>
        <p:spPr>
          <a:xfrm>
            <a:off x="571500" y="4029075"/>
            <a:ext cx="11049000" cy="571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507968" y="33147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1. Call</a:t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1727745" y="3829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4295775"/>
            <a:ext cx="254124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The program invokes the method by its unique name.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3343888" y="33147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2. Pass</a:t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>
            <a:off x="4563665" y="3829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3407419" y="4295775"/>
            <a:ext cx="254124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Parameters (data inputs) are sent inside.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179808" y="33147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3. Exec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7399585" y="3829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6243339" y="4295775"/>
            <a:ext cx="254124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The computer runs the instructions line by line.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9015728" y="331470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4. Return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10235505" y="3829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9079259" y="4295775"/>
            <a:ext cx="254124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The final answer is sent back to the program.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Life of a Method Call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9" name="Google Shape;259;p25"/>
          <p:cNvGraphicFramePr/>
          <p:nvPr/>
        </p:nvGraphicFramePr>
        <p:xfrm>
          <a:off x="571500" y="2395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{C2633290-7093-4090-9282-2DD9673F8B76}</a:tableStyleId>
              </a:tblPr>
              <a:tblGrid>
                <a:gridCol w="2095650"/>
                <a:gridCol w="4878875"/>
                <a:gridCol w="4074475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4532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Concept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4532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4532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Real-World Analogy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Sequence of text characters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written note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Whole numbers (no decimals)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Counting coins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Boolean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True/False values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light switch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Reusable block of actions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6653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recipe in a book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25"/>
          <p:cNvSpPr/>
          <p:nvPr/>
        </p:nvSpPr>
        <p:spPr>
          <a:xfrm>
            <a:off x="571500" y="3071812"/>
            <a:ext cx="2095648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2667148" y="3071812"/>
            <a:ext cx="4878883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7546032" y="3071812"/>
            <a:ext cx="4074467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3681412"/>
            <a:ext cx="2095648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2667148" y="3681412"/>
            <a:ext cx="4878883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7546032" y="3681412"/>
            <a:ext cx="4074467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4248150"/>
            <a:ext cx="2095648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2667148" y="4248150"/>
            <a:ext cx="4878883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7546032" y="4248150"/>
            <a:ext cx="4074467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4814887"/>
            <a:ext cx="2095648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2667148" y="4814887"/>
            <a:ext cx="4878883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7546032" y="4814887"/>
            <a:ext cx="4074467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5381625"/>
            <a:ext cx="2095648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2667148" y="5381625"/>
            <a:ext cx="4878883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7546032" y="5381625"/>
            <a:ext cx="4074467" cy="952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Summary &amp; Analogies Cheat Sheet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 txBox="1"/>
          <p:nvPr/>
        </p:nvSpPr>
        <p:spPr>
          <a:xfrm>
            <a:off x="295275" y="2869406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571500" y="4164806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Thank you for your attention! Happy Coding!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571500" y="4912518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Source: learn-programming-syntax.io</a:t>
            </a:r>
            <a:endParaRPr/>
          </a:p>
        </p:txBody>
      </p:sp>
      <p:pic>
        <p:nvPicPr>
          <p:cNvPr descr="image.png" id="285" name="Google Shape;28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850231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