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5" r:id="rId4"/>
    <p:sldMasterId id="214748369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  <p:embeddedFont>
      <p:font typeface="Space Grotesk Light"/>
      <p:regular r:id="rId22"/>
      <p:bold r:id="rId23"/>
    </p:embeddedFont>
    <p:embeddedFont>
      <p:font typeface="Space Grotesk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SpaceGroteskLight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SpaceGrotesk-regular.fntdata"/><Relationship Id="rId23" Type="http://schemas.openxmlformats.org/officeDocument/2006/relationships/font" Target="fonts/SpaceGroteskLigh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SpaceGrotesk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f659fb1058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f659fb1058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f659fb1058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f659fb1058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f659fb1058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f659fb1058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f659fb1058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f659fb1058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f659fb1058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f659fb1058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f659fb1058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f659fb1058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f659fb1058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f659fb1058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f659fb1058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f659fb1058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f659fb1058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f659fb1058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f659fb1058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f659fb1058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f70033b43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f70033b43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blank">
  <p:cSld name="BLANK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 rot="3659249">
            <a:off x="3884409" y="-1334980"/>
            <a:ext cx="7813599" cy="7813599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6100" y="144575"/>
            <a:ext cx="8689200" cy="232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idx="2" type="title"/>
          </p:nvPr>
        </p:nvSpPr>
        <p:spPr>
          <a:xfrm>
            <a:off x="1404200" y="2784425"/>
            <a:ext cx="7551000" cy="2280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228600" y="2888900"/>
            <a:ext cx="5107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3" type="subTitle"/>
          </p:nvPr>
        </p:nvSpPr>
        <p:spPr>
          <a:xfrm>
            <a:off x="226100" y="480161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4" type="subTitle"/>
          </p:nvPr>
        </p:nvSpPr>
        <p:spPr>
          <a:xfrm>
            <a:off x="6097200" y="3018188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description and two images">
  <p:cSld name="CUSTOM_3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>
            <p:ph idx="2" type="pic"/>
          </p:nvPr>
        </p:nvSpPr>
        <p:spPr>
          <a:xfrm>
            <a:off x="3766025" y="2334950"/>
            <a:ext cx="3346200" cy="15744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15"/>
          <p:cNvSpPr/>
          <p:nvPr>
            <p:ph idx="3" type="pic"/>
          </p:nvPr>
        </p:nvSpPr>
        <p:spPr>
          <a:xfrm>
            <a:off x="228625" y="2334950"/>
            <a:ext cx="3346200" cy="15744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228600" y="881625"/>
            <a:ext cx="55653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1" type="subTitle"/>
          </p:nvPr>
        </p:nvSpPr>
        <p:spPr>
          <a:xfrm>
            <a:off x="244677" y="1660325"/>
            <a:ext cx="4390500" cy="36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4" type="subTitle"/>
          </p:nvPr>
        </p:nvSpPr>
        <p:spPr>
          <a:xfrm>
            <a:off x="244675" y="4049575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66" name="Google Shape;66;p15"/>
          <p:cNvSpPr txBox="1"/>
          <p:nvPr>
            <p:ph idx="5" type="subTitle"/>
          </p:nvPr>
        </p:nvSpPr>
        <p:spPr>
          <a:xfrm>
            <a:off x="244675" y="4406777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6" type="subTitle"/>
          </p:nvPr>
        </p:nvSpPr>
        <p:spPr>
          <a:xfrm>
            <a:off x="3766025" y="4049575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68" name="Google Shape;68;p15"/>
          <p:cNvSpPr txBox="1"/>
          <p:nvPr>
            <p:ph idx="7" type="subTitle"/>
          </p:nvPr>
        </p:nvSpPr>
        <p:spPr>
          <a:xfrm>
            <a:off x="3766025" y="4406777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9" name="Google Shape;69;p15"/>
          <p:cNvSpPr txBox="1"/>
          <p:nvPr>
            <p:ph hasCustomPrompt="1" idx="8" type="title"/>
          </p:nvPr>
        </p:nvSpPr>
        <p:spPr>
          <a:xfrm>
            <a:off x="149953" y="271577"/>
            <a:ext cx="1226400" cy="41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BLANK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228600" y="1177425"/>
            <a:ext cx="3755700" cy="179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_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228600" y="1177425"/>
            <a:ext cx="3755700" cy="22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76" name="Google Shape;76;p17"/>
          <p:cNvSpPr/>
          <p:nvPr/>
        </p:nvSpPr>
        <p:spPr>
          <a:xfrm rot="-4965287">
            <a:off x="3128596" y="1334473"/>
            <a:ext cx="9524549" cy="9524549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77" name="Google Shape;77;p17"/>
          <p:cNvSpPr txBox="1"/>
          <p:nvPr>
            <p:ph idx="2" type="subTitle"/>
          </p:nvPr>
        </p:nvSpPr>
        <p:spPr>
          <a:xfrm>
            <a:off x="5571900" y="3313500"/>
            <a:ext cx="3343500" cy="75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3" type="subTitle"/>
          </p:nvPr>
        </p:nvSpPr>
        <p:spPr>
          <a:xfrm>
            <a:off x="5571900" y="4320975"/>
            <a:ext cx="3343500" cy="35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BLANK_1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 messures">
  <p:cSld name="CUSTOM_8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/>
          <p:nvPr>
            <p:ph type="title"/>
          </p:nvPr>
        </p:nvSpPr>
        <p:spPr>
          <a:xfrm>
            <a:off x="212450" y="177900"/>
            <a:ext cx="5789400" cy="9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83" name="Google Shape;83;p19"/>
          <p:cNvSpPr txBox="1"/>
          <p:nvPr>
            <p:ph idx="2" type="title"/>
          </p:nvPr>
        </p:nvSpPr>
        <p:spPr>
          <a:xfrm>
            <a:off x="221800" y="2500876"/>
            <a:ext cx="2425500" cy="6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3" type="title"/>
          </p:nvPr>
        </p:nvSpPr>
        <p:spPr>
          <a:xfrm>
            <a:off x="221800" y="3264873"/>
            <a:ext cx="24255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5" name="Google Shape;85;p19"/>
          <p:cNvSpPr txBox="1"/>
          <p:nvPr>
            <p:ph idx="4" type="title"/>
          </p:nvPr>
        </p:nvSpPr>
        <p:spPr>
          <a:xfrm>
            <a:off x="3355850" y="2500876"/>
            <a:ext cx="2425500" cy="6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5" type="title"/>
          </p:nvPr>
        </p:nvSpPr>
        <p:spPr>
          <a:xfrm>
            <a:off x="6489900" y="2500876"/>
            <a:ext cx="2425500" cy="6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6" type="title"/>
          </p:nvPr>
        </p:nvSpPr>
        <p:spPr>
          <a:xfrm>
            <a:off x="3355850" y="3264873"/>
            <a:ext cx="24255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8" name="Google Shape;88;p19"/>
          <p:cNvSpPr txBox="1"/>
          <p:nvPr>
            <p:ph idx="7" type="title"/>
          </p:nvPr>
        </p:nvSpPr>
        <p:spPr>
          <a:xfrm>
            <a:off x="6496700" y="3264873"/>
            <a:ext cx="24255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9" name="Google Shape;89;p19"/>
          <p:cNvSpPr txBox="1"/>
          <p:nvPr>
            <p:ph hasCustomPrompt="1" idx="8" type="title"/>
          </p:nvPr>
        </p:nvSpPr>
        <p:spPr>
          <a:xfrm>
            <a:off x="2286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90" name="Google Shape;90;p19"/>
          <p:cNvSpPr txBox="1"/>
          <p:nvPr>
            <p:ph idx="9" type="title"/>
          </p:nvPr>
        </p:nvSpPr>
        <p:spPr>
          <a:xfrm>
            <a:off x="2286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91" name="Google Shape;91;p19"/>
          <p:cNvSpPr txBox="1"/>
          <p:nvPr>
            <p:ph hasCustomPrompt="1" idx="13" type="title"/>
          </p:nvPr>
        </p:nvSpPr>
        <p:spPr>
          <a:xfrm>
            <a:off x="18648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92" name="Google Shape;92;p19"/>
          <p:cNvSpPr txBox="1"/>
          <p:nvPr>
            <p:ph idx="14" type="title"/>
          </p:nvPr>
        </p:nvSpPr>
        <p:spPr>
          <a:xfrm>
            <a:off x="18648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93" name="Google Shape;93;p19"/>
          <p:cNvSpPr txBox="1"/>
          <p:nvPr>
            <p:ph hasCustomPrompt="1" idx="15" type="title"/>
          </p:nvPr>
        </p:nvSpPr>
        <p:spPr>
          <a:xfrm>
            <a:off x="335925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94" name="Google Shape;94;p19"/>
          <p:cNvSpPr txBox="1"/>
          <p:nvPr>
            <p:ph idx="16" type="title"/>
          </p:nvPr>
        </p:nvSpPr>
        <p:spPr>
          <a:xfrm>
            <a:off x="335925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95" name="Google Shape;95;p19"/>
          <p:cNvSpPr txBox="1"/>
          <p:nvPr>
            <p:ph hasCustomPrompt="1" idx="17" type="title"/>
          </p:nvPr>
        </p:nvSpPr>
        <p:spPr>
          <a:xfrm>
            <a:off x="499545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96" name="Google Shape;96;p19"/>
          <p:cNvSpPr txBox="1"/>
          <p:nvPr>
            <p:ph idx="18" type="title"/>
          </p:nvPr>
        </p:nvSpPr>
        <p:spPr>
          <a:xfrm>
            <a:off x="499545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97" name="Google Shape;97;p19"/>
          <p:cNvSpPr txBox="1"/>
          <p:nvPr>
            <p:ph hasCustomPrompt="1" idx="19" type="title"/>
          </p:nvPr>
        </p:nvSpPr>
        <p:spPr>
          <a:xfrm>
            <a:off x="64899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98" name="Google Shape;98;p19"/>
          <p:cNvSpPr txBox="1"/>
          <p:nvPr>
            <p:ph idx="20" type="title"/>
          </p:nvPr>
        </p:nvSpPr>
        <p:spPr>
          <a:xfrm>
            <a:off x="64899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99" name="Google Shape;99;p19"/>
          <p:cNvSpPr txBox="1"/>
          <p:nvPr>
            <p:ph hasCustomPrompt="1" idx="21" type="title"/>
          </p:nvPr>
        </p:nvSpPr>
        <p:spPr>
          <a:xfrm>
            <a:off x="81261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100" name="Google Shape;100;p19"/>
          <p:cNvSpPr txBox="1"/>
          <p:nvPr>
            <p:ph idx="22" type="title"/>
          </p:nvPr>
        </p:nvSpPr>
        <p:spPr>
          <a:xfrm>
            <a:off x="81261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arter's highlighted outcomes">
  <p:cSld name="CUSTOM_7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212450" y="177900"/>
            <a:ext cx="5789400" cy="7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03" name="Google Shape;103;p20"/>
          <p:cNvSpPr txBox="1"/>
          <p:nvPr>
            <p:ph idx="1" type="subTitle"/>
          </p:nvPr>
        </p:nvSpPr>
        <p:spPr>
          <a:xfrm>
            <a:off x="228600" y="1799302"/>
            <a:ext cx="16494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104" name="Google Shape;104;p20"/>
          <p:cNvSpPr txBox="1"/>
          <p:nvPr>
            <p:ph idx="2" type="subTitle"/>
          </p:nvPr>
        </p:nvSpPr>
        <p:spPr>
          <a:xfrm>
            <a:off x="228600" y="2926752"/>
            <a:ext cx="16494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105" name="Google Shape;105;p20"/>
          <p:cNvSpPr txBox="1"/>
          <p:nvPr>
            <p:ph idx="3" type="subTitle"/>
          </p:nvPr>
        </p:nvSpPr>
        <p:spPr>
          <a:xfrm>
            <a:off x="228600" y="4033496"/>
            <a:ext cx="16494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4" type="subTitle"/>
          </p:nvPr>
        </p:nvSpPr>
        <p:spPr>
          <a:xfrm>
            <a:off x="2443950" y="1820000"/>
            <a:ext cx="19287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7" name="Google Shape;107;p20"/>
          <p:cNvSpPr txBox="1"/>
          <p:nvPr>
            <p:ph idx="5" type="subTitle"/>
          </p:nvPr>
        </p:nvSpPr>
        <p:spPr>
          <a:xfrm>
            <a:off x="2443950" y="2937100"/>
            <a:ext cx="19287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8" name="Google Shape;108;p20"/>
          <p:cNvSpPr txBox="1"/>
          <p:nvPr>
            <p:ph idx="6" type="subTitle"/>
          </p:nvPr>
        </p:nvSpPr>
        <p:spPr>
          <a:xfrm>
            <a:off x="2443950" y="4054200"/>
            <a:ext cx="19287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9" name="Google Shape;109;p20"/>
          <p:cNvSpPr txBox="1"/>
          <p:nvPr>
            <p:ph idx="7" type="subTitle"/>
          </p:nvPr>
        </p:nvSpPr>
        <p:spPr>
          <a:xfrm>
            <a:off x="5050200" y="1820000"/>
            <a:ext cx="27975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9pPr>
          </a:lstStyle>
          <a:p/>
        </p:txBody>
      </p:sp>
      <p:sp>
        <p:nvSpPr>
          <p:cNvPr id="110" name="Google Shape;110;p20"/>
          <p:cNvSpPr txBox="1"/>
          <p:nvPr>
            <p:ph idx="8" type="subTitle"/>
          </p:nvPr>
        </p:nvSpPr>
        <p:spPr>
          <a:xfrm>
            <a:off x="5050200" y="2937100"/>
            <a:ext cx="27975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9pPr>
          </a:lstStyle>
          <a:p/>
        </p:txBody>
      </p:sp>
      <p:sp>
        <p:nvSpPr>
          <p:cNvPr id="111" name="Google Shape;111;p20"/>
          <p:cNvSpPr txBox="1"/>
          <p:nvPr>
            <p:ph idx="9" type="subTitle"/>
          </p:nvPr>
        </p:nvSpPr>
        <p:spPr>
          <a:xfrm>
            <a:off x="5050200" y="4054200"/>
            <a:ext cx="27975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ndicators">
  <p:cSld name="CUSTOM_6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hasCustomPrompt="1" type="title"/>
          </p:nvPr>
        </p:nvSpPr>
        <p:spPr>
          <a:xfrm>
            <a:off x="3370125" y="3495645"/>
            <a:ext cx="11274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114" name="Google Shape;114;p21"/>
          <p:cNvSpPr txBox="1"/>
          <p:nvPr>
            <p:ph idx="1" type="subTitle"/>
          </p:nvPr>
        </p:nvSpPr>
        <p:spPr>
          <a:xfrm>
            <a:off x="3372000" y="3897425"/>
            <a:ext cx="1181700" cy="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5" name="Google Shape;115;p21"/>
          <p:cNvSpPr txBox="1"/>
          <p:nvPr>
            <p:ph hasCustomPrompt="1" idx="2" type="title"/>
          </p:nvPr>
        </p:nvSpPr>
        <p:spPr>
          <a:xfrm>
            <a:off x="5819400" y="2556158"/>
            <a:ext cx="22089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116" name="Google Shape;116;p21"/>
          <p:cNvSpPr txBox="1"/>
          <p:nvPr>
            <p:ph idx="3" type="subTitle"/>
          </p:nvPr>
        </p:nvSpPr>
        <p:spPr>
          <a:xfrm>
            <a:off x="6017200" y="3305600"/>
            <a:ext cx="1731600" cy="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4" type="title"/>
          </p:nvPr>
        </p:nvSpPr>
        <p:spPr>
          <a:xfrm>
            <a:off x="212450" y="177900"/>
            <a:ext cx="5645700" cy="7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18" name="Google Shape;118;p21"/>
          <p:cNvSpPr txBox="1"/>
          <p:nvPr>
            <p:ph hasCustomPrompt="1" idx="5" type="title"/>
          </p:nvPr>
        </p:nvSpPr>
        <p:spPr>
          <a:xfrm>
            <a:off x="1753450" y="3792650"/>
            <a:ext cx="7980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119" name="Google Shape;119;p21"/>
          <p:cNvSpPr txBox="1"/>
          <p:nvPr>
            <p:ph idx="6" type="subTitle"/>
          </p:nvPr>
        </p:nvSpPr>
        <p:spPr>
          <a:xfrm>
            <a:off x="1561550" y="4183550"/>
            <a:ext cx="1181700" cy="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items">
  <p:cSld name="CUSTOM_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22" name="Google Shape;122;p22"/>
          <p:cNvSpPr txBox="1"/>
          <p:nvPr>
            <p:ph idx="1" type="subTitle"/>
          </p:nvPr>
        </p:nvSpPr>
        <p:spPr>
          <a:xfrm>
            <a:off x="591847" y="1999125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23" name="Google Shape;123;p22"/>
          <p:cNvSpPr txBox="1"/>
          <p:nvPr>
            <p:ph idx="2" type="subTitle"/>
          </p:nvPr>
        </p:nvSpPr>
        <p:spPr>
          <a:xfrm>
            <a:off x="587100" y="2375550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4" name="Google Shape;124;p22"/>
          <p:cNvSpPr txBox="1"/>
          <p:nvPr>
            <p:ph idx="3" type="subTitle"/>
          </p:nvPr>
        </p:nvSpPr>
        <p:spPr>
          <a:xfrm>
            <a:off x="4991772" y="1999125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25" name="Google Shape;125;p22"/>
          <p:cNvSpPr txBox="1"/>
          <p:nvPr>
            <p:ph idx="4" type="subTitle"/>
          </p:nvPr>
        </p:nvSpPr>
        <p:spPr>
          <a:xfrm>
            <a:off x="591847" y="3389100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26" name="Google Shape;126;p22"/>
          <p:cNvSpPr txBox="1"/>
          <p:nvPr>
            <p:ph idx="5" type="subTitle"/>
          </p:nvPr>
        </p:nvSpPr>
        <p:spPr>
          <a:xfrm>
            <a:off x="587100" y="3765525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7" name="Google Shape;127;p22"/>
          <p:cNvSpPr txBox="1"/>
          <p:nvPr>
            <p:ph idx="6" type="subTitle"/>
          </p:nvPr>
        </p:nvSpPr>
        <p:spPr>
          <a:xfrm>
            <a:off x="4987025" y="2375550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8" name="Google Shape;128;p22"/>
          <p:cNvSpPr txBox="1"/>
          <p:nvPr>
            <p:ph idx="7" type="subTitle"/>
          </p:nvPr>
        </p:nvSpPr>
        <p:spPr>
          <a:xfrm>
            <a:off x="4994147" y="3389100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29" name="Google Shape;129;p22"/>
          <p:cNvSpPr txBox="1"/>
          <p:nvPr>
            <p:ph idx="8" type="subTitle"/>
          </p:nvPr>
        </p:nvSpPr>
        <p:spPr>
          <a:xfrm>
            <a:off x="4989400" y="3765525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1">
  <p:cSld name="CUSTOM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/>
          <p:nvPr>
            <p:ph idx="2" type="pic"/>
          </p:nvPr>
        </p:nvSpPr>
        <p:spPr>
          <a:xfrm>
            <a:off x="2481280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sp>
        <p:nvSpPr>
          <p:cNvPr id="132" name="Google Shape;132;p23"/>
          <p:cNvSpPr/>
          <p:nvPr>
            <p:ph idx="3" type="pic"/>
          </p:nvPr>
        </p:nvSpPr>
        <p:spPr>
          <a:xfrm>
            <a:off x="4733955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p23"/>
          <p:cNvSpPr/>
          <p:nvPr>
            <p:ph idx="4" type="pic"/>
          </p:nvPr>
        </p:nvSpPr>
        <p:spPr>
          <a:xfrm>
            <a:off x="6986630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sp>
        <p:nvSpPr>
          <p:cNvPr id="134" name="Google Shape;134;p23"/>
          <p:cNvSpPr/>
          <p:nvPr>
            <p:ph idx="5" type="pic"/>
          </p:nvPr>
        </p:nvSpPr>
        <p:spPr>
          <a:xfrm>
            <a:off x="228605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35" name="Google Shape;135;p23"/>
          <p:cNvCxnSpPr/>
          <p:nvPr/>
        </p:nvCxnSpPr>
        <p:spPr>
          <a:xfrm>
            <a:off x="228600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23"/>
          <p:cNvCxnSpPr/>
          <p:nvPr/>
        </p:nvCxnSpPr>
        <p:spPr>
          <a:xfrm>
            <a:off x="2481275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" name="Google Shape;137;p23"/>
          <p:cNvCxnSpPr/>
          <p:nvPr/>
        </p:nvCxnSpPr>
        <p:spPr>
          <a:xfrm>
            <a:off x="4733950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" name="Google Shape;138;p23"/>
          <p:cNvCxnSpPr/>
          <p:nvPr/>
        </p:nvCxnSpPr>
        <p:spPr>
          <a:xfrm>
            <a:off x="6986625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" name="Google Shape;139;p23"/>
          <p:cNvSpPr txBox="1"/>
          <p:nvPr>
            <p:ph type="title"/>
          </p:nvPr>
        </p:nvSpPr>
        <p:spPr>
          <a:xfrm>
            <a:off x="211793" y="143171"/>
            <a:ext cx="6054600" cy="5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" name="Google Shape;140;p23"/>
          <p:cNvSpPr txBox="1"/>
          <p:nvPr>
            <p:ph idx="1" type="subTitle"/>
          </p:nvPr>
        </p:nvSpPr>
        <p:spPr>
          <a:xfrm>
            <a:off x="2286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1" name="Google Shape;141;p23"/>
          <p:cNvSpPr txBox="1"/>
          <p:nvPr>
            <p:ph idx="6" type="subTitle"/>
          </p:nvPr>
        </p:nvSpPr>
        <p:spPr>
          <a:xfrm>
            <a:off x="2286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2" name="Google Shape;142;p23"/>
          <p:cNvSpPr txBox="1"/>
          <p:nvPr>
            <p:ph idx="7" type="subTitle"/>
          </p:nvPr>
        </p:nvSpPr>
        <p:spPr>
          <a:xfrm>
            <a:off x="2286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3" name="Google Shape;143;p23"/>
          <p:cNvSpPr txBox="1"/>
          <p:nvPr>
            <p:ph idx="8" type="subTitle"/>
          </p:nvPr>
        </p:nvSpPr>
        <p:spPr>
          <a:xfrm>
            <a:off x="24813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4" name="Google Shape;144;p23"/>
          <p:cNvSpPr txBox="1"/>
          <p:nvPr>
            <p:ph idx="9" type="subTitle"/>
          </p:nvPr>
        </p:nvSpPr>
        <p:spPr>
          <a:xfrm>
            <a:off x="24813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5" name="Google Shape;145;p23"/>
          <p:cNvSpPr txBox="1"/>
          <p:nvPr>
            <p:ph idx="13" type="subTitle"/>
          </p:nvPr>
        </p:nvSpPr>
        <p:spPr>
          <a:xfrm>
            <a:off x="24813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6" name="Google Shape;146;p23"/>
          <p:cNvSpPr txBox="1"/>
          <p:nvPr>
            <p:ph idx="14" type="subTitle"/>
          </p:nvPr>
        </p:nvSpPr>
        <p:spPr>
          <a:xfrm>
            <a:off x="47340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7" name="Google Shape;147;p23"/>
          <p:cNvSpPr txBox="1"/>
          <p:nvPr>
            <p:ph idx="15" type="subTitle"/>
          </p:nvPr>
        </p:nvSpPr>
        <p:spPr>
          <a:xfrm>
            <a:off x="47340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8" name="Google Shape;148;p23"/>
          <p:cNvSpPr txBox="1"/>
          <p:nvPr>
            <p:ph idx="16" type="subTitle"/>
          </p:nvPr>
        </p:nvSpPr>
        <p:spPr>
          <a:xfrm>
            <a:off x="47340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9" name="Google Shape;149;p23"/>
          <p:cNvSpPr txBox="1"/>
          <p:nvPr>
            <p:ph idx="17" type="subTitle"/>
          </p:nvPr>
        </p:nvSpPr>
        <p:spPr>
          <a:xfrm>
            <a:off x="69867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50" name="Google Shape;150;p23"/>
          <p:cNvSpPr txBox="1"/>
          <p:nvPr>
            <p:ph idx="18" type="subTitle"/>
          </p:nvPr>
        </p:nvSpPr>
        <p:spPr>
          <a:xfrm>
            <a:off x="69867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1" name="Google Shape;151;p23"/>
          <p:cNvSpPr txBox="1"/>
          <p:nvPr>
            <p:ph idx="19" type="subTitle"/>
          </p:nvPr>
        </p:nvSpPr>
        <p:spPr>
          <a:xfrm>
            <a:off x="69867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2">
  <p:cSld name="CUSTOM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/>
          <p:nvPr>
            <p:ph idx="2" type="pic"/>
          </p:nvPr>
        </p:nvSpPr>
        <p:spPr>
          <a:xfrm>
            <a:off x="7034475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54" name="Google Shape;154;p24"/>
          <p:cNvSpPr/>
          <p:nvPr>
            <p:ph idx="3" type="pic"/>
          </p:nvPr>
        </p:nvSpPr>
        <p:spPr>
          <a:xfrm>
            <a:off x="2529125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24"/>
          <p:cNvSpPr/>
          <p:nvPr>
            <p:ph idx="4" type="pic"/>
          </p:nvPr>
        </p:nvSpPr>
        <p:spPr>
          <a:xfrm>
            <a:off x="4781800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56" name="Google Shape;156;p24"/>
          <p:cNvSpPr/>
          <p:nvPr>
            <p:ph idx="5" type="pic"/>
          </p:nvPr>
        </p:nvSpPr>
        <p:spPr>
          <a:xfrm>
            <a:off x="276450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57" name="Google Shape;157;p24"/>
          <p:cNvSpPr txBox="1"/>
          <p:nvPr>
            <p:ph type="title"/>
          </p:nvPr>
        </p:nvSpPr>
        <p:spPr>
          <a:xfrm>
            <a:off x="211793" y="143171"/>
            <a:ext cx="6054600" cy="5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8" name="Google Shape;158;p24"/>
          <p:cNvSpPr txBox="1"/>
          <p:nvPr>
            <p:ph idx="1" type="subTitle"/>
          </p:nvPr>
        </p:nvSpPr>
        <p:spPr>
          <a:xfrm>
            <a:off x="424150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59" name="Google Shape;159;p24"/>
          <p:cNvSpPr txBox="1"/>
          <p:nvPr>
            <p:ph idx="6" type="subTitle"/>
          </p:nvPr>
        </p:nvSpPr>
        <p:spPr>
          <a:xfrm>
            <a:off x="424100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0" name="Google Shape;160;p24"/>
          <p:cNvSpPr txBox="1"/>
          <p:nvPr>
            <p:ph idx="7" type="subTitle"/>
          </p:nvPr>
        </p:nvSpPr>
        <p:spPr>
          <a:xfrm>
            <a:off x="2676825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61" name="Google Shape;161;p24"/>
          <p:cNvSpPr txBox="1"/>
          <p:nvPr>
            <p:ph idx="8" type="subTitle"/>
          </p:nvPr>
        </p:nvSpPr>
        <p:spPr>
          <a:xfrm>
            <a:off x="2676775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2" name="Google Shape;162;p24"/>
          <p:cNvSpPr txBox="1"/>
          <p:nvPr>
            <p:ph idx="9" type="subTitle"/>
          </p:nvPr>
        </p:nvSpPr>
        <p:spPr>
          <a:xfrm>
            <a:off x="4921475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63" name="Google Shape;163;p24"/>
          <p:cNvSpPr txBox="1"/>
          <p:nvPr>
            <p:ph idx="13" type="subTitle"/>
          </p:nvPr>
        </p:nvSpPr>
        <p:spPr>
          <a:xfrm>
            <a:off x="4921425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4" name="Google Shape;164;p24"/>
          <p:cNvSpPr txBox="1"/>
          <p:nvPr>
            <p:ph idx="14" type="subTitle"/>
          </p:nvPr>
        </p:nvSpPr>
        <p:spPr>
          <a:xfrm>
            <a:off x="7182175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65" name="Google Shape;165;p24"/>
          <p:cNvSpPr txBox="1"/>
          <p:nvPr>
            <p:ph idx="15" type="subTitle"/>
          </p:nvPr>
        </p:nvSpPr>
        <p:spPr>
          <a:xfrm>
            <a:off x="7182125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 and body">
  <p:cSld name="BLANK_1_1_1_1_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 txBox="1"/>
          <p:nvPr>
            <p:ph type="title"/>
          </p:nvPr>
        </p:nvSpPr>
        <p:spPr>
          <a:xfrm>
            <a:off x="212450" y="177900"/>
            <a:ext cx="64470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9pPr>
          </a:lstStyle>
          <a:p/>
        </p:txBody>
      </p:sp>
      <p:cxnSp>
        <p:nvCxnSpPr>
          <p:cNvPr id="168" name="Google Shape;168;p25"/>
          <p:cNvCxnSpPr/>
          <p:nvPr/>
        </p:nvCxnSpPr>
        <p:spPr>
          <a:xfrm>
            <a:off x="228600" y="627300"/>
            <a:ext cx="440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" name="Google Shape;169;p25"/>
          <p:cNvSpPr txBox="1"/>
          <p:nvPr>
            <p:ph idx="1" type="body"/>
          </p:nvPr>
        </p:nvSpPr>
        <p:spPr>
          <a:xfrm>
            <a:off x="228600" y="1343100"/>
            <a:ext cx="4390500" cy="112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70" name="Google Shape;170;p25"/>
          <p:cNvSpPr txBox="1"/>
          <p:nvPr>
            <p:ph idx="2" type="subTitle"/>
          </p:nvPr>
        </p:nvSpPr>
        <p:spPr>
          <a:xfrm>
            <a:off x="230434" y="881700"/>
            <a:ext cx="64470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Quotes - Alt 1">
  <p:cSld name="BLANK_1_1_1_1_2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/>
          <p:nvPr>
            <p:ph idx="2" type="pic"/>
          </p:nvPr>
        </p:nvSpPr>
        <p:spPr>
          <a:xfrm>
            <a:off x="468925" y="3643975"/>
            <a:ext cx="686400" cy="6864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26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4" name="Google Shape;174;p26"/>
          <p:cNvSpPr txBox="1"/>
          <p:nvPr>
            <p:ph idx="1" type="body"/>
          </p:nvPr>
        </p:nvSpPr>
        <p:spPr>
          <a:xfrm>
            <a:off x="228600" y="1343100"/>
            <a:ext cx="4390500" cy="112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75" name="Google Shape;175;p26"/>
          <p:cNvSpPr txBox="1"/>
          <p:nvPr>
            <p:ph idx="3" type="subTitle"/>
          </p:nvPr>
        </p:nvSpPr>
        <p:spPr>
          <a:xfrm>
            <a:off x="228600" y="881700"/>
            <a:ext cx="86868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176" name="Google Shape;176;p26"/>
          <p:cNvSpPr txBox="1"/>
          <p:nvPr>
            <p:ph idx="4" type="subTitle"/>
          </p:nvPr>
        </p:nvSpPr>
        <p:spPr>
          <a:xfrm>
            <a:off x="1326075" y="3653375"/>
            <a:ext cx="2902200" cy="61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7" name="Google Shape;177;p26"/>
          <p:cNvSpPr txBox="1"/>
          <p:nvPr>
            <p:ph idx="5" type="subTitle"/>
          </p:nvPr>
        </p:nvSpPr>
        <p:spPr>
          <a:xfrm>
            <a:off x="1334825" y="4491500"/>
            <a:ext cx="29022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8" name="Google Shape;178;p26"/>
          <p:cNvSpPr/>
          <p:nvPr>
            <p:ph idx="6" type="pic"/>
          </p:nvPr>
        </p:nvSpPr>
        <p:spPr>
          <a:xfrm>
            <a:off x="4909975" y="3643975"/>
            <a:ext cx="686400" cy="6864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6"/>
          <p:cNvSpPr txBox="1"/>
          <p:nvPr>
            <p:ph idx="7" type="subTitle"/>
          </p:nvPr>
        </p:nvSpPr>
        <p:spPr>
          <a:xfrm>
            <a:off x="5764775" y="3653375"/>
            <a:ext cx="2902200" cy="61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80" name="Google Shape;180;p26"/>
          <p:cNvSpPr txBox="1"/>
          <p:nvPr>
            <p:ph idx="8" type="subTitle"/>
          </p:nvPr>
        </p:nvSpPr>
        <p:spPr>
          <a:xfrm>
            <a:off x="5773525" y="4491500"/>
            <a:ext cx="29022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BLANK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16200038" scaled="0"/>
        </a:gra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/>
          <p:nvPr/>
        </p:nvSpPr>
        <p:spPr>
          <a:xfrm rot="10800000">
            <a:off x="-533850" y="726875"/>
            <a:ext cx="5915100" cy="59151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3" name="Google Shape;183;p27"/>
          <p:cNvSpPr/>
          <p:nvPr/>
        </p:nvSpPr>
        <p:spPr>
          <a:xfrm>
            <a:off x="3370825" y="-960900"/>
            <a:ext cx="2762400" cy="27624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4" name="Google Shape;184;p27"/>
          <p:cNvSpPr/>
          <p:nvPr/>
        </p:nvSpPr>
        <p:spPr>
          <a:xfrm>
            <a:off x="7959600" y="2651706"/>
            <a:ext cx="1184400" cy="11844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5" name="Google Shape;185;p27"/>
          <p:cNvSpPr/>
          <p:nvPr/>
        </p:nvSpPr>
        <p:spPr>
          <a:xfrm rot="5400000">
            <a:off x="8226006" y="4222931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6" name="Google Shape;186;p27"/>
          <p:cNvSpPr/>
          <p:nvPr/>
        </p:nvSpPr>
        <p:spPr>
          <a:xfrm flipH="1" rot="-5400000">
            <a:off x="5305483" y="4527881"/>
            <a:ext cx="24300" cy="74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7" name="Google Shape;187;p27"/>
          <p:cNvSpPr/>
          <p:nvPr/>
        </p:nvSpPr>
        <p:spPr>
          <a:xfrm rot="5400000">
            <a:off x="6836506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8" name="Google Shape;188;p27"/>
          <p:cNvSpPr/>
          <p:nvPr/>
        </p:nvSpPr>
        <p:spPr>
          <a:xfrm rot="5400000">
            <a:off x="4231694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9" name="Google Shape;189;p27"/>
          <p:cNvSpPr/>
          <p:nvPr/>
        </p:nvSpPr>
        <p:spPr>
          <a:xfrm rot="5400000">
            <a:off x="6618644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0" name="Google Shape;190;p27"/>
          <p:cNvSpPr/>
          <p:nvPr/>
        </p:nvSpPr>
        <p:spPr>
          <a:xfrm rot="5400000">
            <a:off x="3164781" y="4222931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1" name="Google Shape;191;p27"/>
          <p:cNvSpPr/>
          <p:nvPr/>
        </p:nvSpPr>
        <p:spPr>
          <a:xfrm flipH="1" rot="-5400000">
            <a:off x="531076" y="4586075"/>
            <a:ext cx="24300" cy="6282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2" name="Google Shape;192;p27"/>
          <p:cNvSpPr/>
          <p:nvPr/>
        </p:nvSpPr>
        <p:spPr>
          <a:xfrm rot="5400000">
            <a:off x="6400806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3" name="Google Shape;193;p27"/>
          <p:cNvSpPr/>
          <p:nvPr/>
        </p:nvSpPr>
        <p:spPr>
          <a:xfrm rot="5400000">
            <a:off x="1557419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4" name="Google Shape;194;p27"/>
          <p:cNvSpPr txBox="1"/>
          <p:nvPr>
            <p:ph type="title"/>
          </p:nvPr>
        </p:nvSpPr>
        <p:spPr>
          <a:xfrm>
            <a:off x="977700" y="1410450"/>
            <a:ext cx="7188600" cy="232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">
  <p:cSld name="BLANK_1_1_1_1_1_1_1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/>
          <p:nvPr/>
        </p:nvSpPr>
        <p:spPr>
          <a:xfrm rot="-8920466">
            <a:off x="2599338" y="503023"/>
            <a:ext cx="5915173" cy="5915173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28"/>
          <p:cNvSpPr txBox="1"/>
          <p:nvPr>
            <p:ph idx="1" type="subTitle"/>
          </p:nvPr>
        </p:nvSpPr>
        <p:spPr>
          <a:xfrm>
            <a:off x="3237075" y="4074650"/>
            <a:ext cx="26697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8" name="Google Shape;198;p28"/>
          <p:cNvSpPr/>
          <p:nvPr/>
        </p:nvSpPr>
        <p:spPr>
          <a:xfrm rot="-8920806">
            <a:off x="581601" y="399117"/>
            <a:ext cx="1887207" cy="1887207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28"/>
          <p:cNvSpPr txBox="1"/>
          <p:nvPr>
            <p:ph type="title"/>
          </p:nvPr>
        </p:nvSpPr>
        <p:spPr>
          <a:xfrm>
            <a:off x="1174800" y="1562850"/>
            <a:ext cx="6794400" cy="232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  <p:sp>
        <p:nvSpPr>
          <p:cNvPr id="200" name="Google Shape;200;p28"/>
          <p:cNvSpPr/>
          <p:nvPr/>
        </p:nvSpPr>
        <p:spPr>
          <a:xfrm>
            <a:off x="8891100" y="228600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01" name="Google Shape;201;p28"/>
          <p:cNvSpPr/>
          <p:nvPr/>
        </p:nvSpPr>
        <p:spPr>
          <a:xfrm>
            <a:off x="8891100" y="44646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02" name="Google Shape;202;p28"/>
          <p:cNvSpPr/>
          <p:nvPr/>
        </p:nvSpPr>
        <p:spPr>
          <a:xfrm rot="5400000">
            <a:off x="8673244" y="2286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03" name="Google Shape;203;p28"/>
          <p:cNvSpPr/>
          <p:nvPr/>
        </p:nvSpPr>
        <p:spPr>
          <a:xfrm rot="-5400000">
            <a:off x="228591" y="22860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04" name="Google Shape;204;p28"/>
          <p:cNvSpPr/>
          <p:nvPr/>
        </p:nvSpPr>
        <p:spPr>
          <a:xfrm rot="-5400000">
            <a:off x="446453" y="22860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05" name="Google Shape;205;p28"/>
          <p:cNvSpPr/>
          <p:nvPr/>
        </p:nvSpPr>
        <p:spPr>
          <a:xfrm>
            <a:off x="228622" y="446459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06" name="Google Shape;206;p28"/>
          <p:cNvSpPr/>
          <p:nvPr/>
        </p:nvSpPr>
        <p:spPr>
          <a:xfrm rot="10800000">
            <a:off x="228591" y="4888025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07" name="Google Shape;207;p28"/>
          <p:cNvSpPr/>
          <p:nvPr/>
        </p:nvSpPr>
        <p:spPr>
          <a:xfrm rot="10800000">
            <a:off x="228591" y="467016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08" name="Google Shape;208;p28"/>
          <p:cNvSpPr/>
          <p:nvPr/>
        </p:nvSpPr>
        <p:spPr>
          <a:xfrm rot="-5400000">
            <a:off x="446447" y="4887994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09" name="Google Shape;209;p28"/>
          <p:cNvSpPr/>
          <p:nvPr/>
        </p:nvSpPr>
        <p:spPr>
          <a:xfrm rot="5400000">
            <a:off x="8891100" y="4888022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0" name="Google Shape;210;p28"/>
          <p:cNvSpPr/>
          <p:nvPr/>
        </p:nvSpPr>
        <p:spPr>
          <a:xfrm rot="5400000">
            <a:off x="8673238" y="4888022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1" name="Google Shape;211;p28"/>
          <p:cNvSpPr/>
          <p:nvPr/>
        </p:nvSpPr>
        <p:spPr>
          <a:xfrm rot="10800000">
            <a:off x="8891069" y="4670166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2" name="Google Shape;212;p28"/>
          <p:cNvSpPr txBox="1"/>
          <p:nvPr>
            <p:ph idx="2" type="subTitle"/>
          </p:nvPr>
        </p:nvSpPr>
        <p:spPr>
          <a:xfrm>
            <a:off x="3237075" y="4300975"/>
            <a:ext cx="26697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BLANK_1_1_1_1_1_1_1_1_1_1_2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>
            <p:ph idx="1" type="subTitle"/>
          </p:nvPr>
        </p:nvSpPr>
        <p:spPr>
          <a:xfrm>
            <a:off x="228600" y="2077513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215" name="Google Shape;215;p29"/>
          <p:cNvSpPr txBox="1"/>
          <p:nvPr>
            <p:ph idx="2" type="subTitle"/>
          </p:nvPr>
        </p:nvSpPr>
        <p:spPr>
          <a:xfrm>
            <a:off x="228600" y="2764250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216" name="Google Shape;216;p29"/>
          <p:cNvSpPr txBox="1"/>
          <p:nvPr>
            <p:ph idx="3" type="subTitle"/>
          </p:nvPr>
        </p:nvSpPr>
        <p:spPr>
          <a:xfrm>
            <a:off x="228700" y="3469938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217" name="Google Shape;217;p29"/>
          <p:cNvSpPr txBox="1"/>
          <p:nvPr>
            <p:ph idx="4" type="subTitle"/>
          </p:nvPr>
        </p:nvSpPr>
        <p:spPr>
          <a:xfrm>
            <a:off x="228700" y="4194625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218" name="Google Shape;218;p29"/>
          <p:cNvSpPr txBox="1"/>
          <p:nvPr>
            <p:ph type="title"/>
          </p:nvPr>
        </p:nvSpPr>
        <p:spPr>
          <a:xfrm>
            <a:off x="212450" y="177900"/>
            <a:ext cx="64467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19" name="Google Shape;219;p29"/>
          <p:cNvSpPr txBox="1"/>
          <p:nvPr>
            <p:ph idx="5" type="subTitle"/>
          </p:nvPr>
        </p:nvSpPr>
        <p:spPr>
          <a:xfrm>
            <a:off x="631800" y="2060357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20" name="Google Shape;220;p29"/>
          <p:cNvSpPr txBox="1"/>
          <p:nvPr>
            <p:ph idx="6" type="subTitle"/>
          </p:nvPr>
        </p:nvSpPr>
        <p:spPr>
          <a:xfrm>
            <a:off x="631800" y="2747082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21" name="Google Shape;221;p29"/>
          <p:cNvSpPr txBox="1"/>
          <p:nvPr>
            <p:ph idx="7" type="subTitle"/>
          </p:nvPr>
        </p:nvSpPr>
        <p:spPr>
          <a:xfrm>
            <a:off x="631850" y="3452782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22" name="Google Shape;222;p29"/>
          <p:cNvSpPr txBox="1"/>
          <p:nvPr>
            <p:ph idx="8" type="subTitle"/>
          </p:nvPr>
        </p:nvSpPr>
        <p:spPr>
          <a:xfrm>
            <a:off x="631900" y="4177457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23" name="Google Shape;223;p29"/>
          <p:cNvSpPr txBox="1"/>
          <p:nvPr>
            <p:ph idx="9" type="body"/>
          </p:nvPr>
        </p:nvSpPr>
        <p:spPr>
          <a:xfrm>
            <a:off x="2906500" y="4194625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24" name="Google Shape;224;p29"/>
          <p:cNvSpPr txBox="1"/>
          <p:nvPr>
            <p:ph idx="13" type="body"/>
          </p:nvPr>
        </p:nvSpPr>
        <p:spPr>
          <a:xfrm>
            <a:off x="2906400" y="3479438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25" name="Google Shape;225;p29"/>
          <p:cNvSpPr txBox="1"/>
          <p:nvPr>
            <p:ph idx="14" type="body"/>
          </p:nvPr>
        </p:nvSpPr>
        <p:spPr>
          <a:xfrm>
            <a:off x="2906400" y="2764263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26" name="Google Shape;226;p29"/>
          <p:cNvSpPr txBox="1"/>
          <p:nvPr>
            <p:ph idx="15" type="body"/>
          </p:nvPr>
        </p:nvSpPr>
        <p:spPr>
          <a:xfrm>
            <a:off x="2906400" y="2048313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/>
          <p:nvPr/>
        </p:nvSpPr>
        <p:spPr>
          <a:xfrm>
            <a:off x="8891100" y="228600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29" name="Google Shape;229;p30"/>
          <p:cNvSpPr/>
          <p:nvPr/>
        </p:nvSpPr>
        <p:spPr>
          <a:xfrm flipH="1" rot="10800000">
            <a:off x="8891100" y="3225473"/>
            <a:ext cx="24300" cy="74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0" name="Google Shape;230;p30"/>
          <p:cNvSpPr/>
          <p:nvPr/>
        </p:nvSpPr>
        <p:spPr>
          <a:xfrm>
            <a:off x="8891100" y="2283200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1" name="Google Shape;231;p30"/>
          <p:cNvSpPr/>
          <p:nvPr/>
        </p:nvSpPr>
        <p:spPr>
          <a:xfrm>
            <a:off x="8891100" y="488801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2" name="Google Shape;232;p30"/>
          <p:cNvSpPr/>
          <p:nvPr/>
        </p:nvSpPr>
        <p:spPr>
          <a:xfrm>
            <a:off x="8891100" y="2392138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3" name="Google Shape;233;p30"/>
          <p:cNvSpPr/>
          <p:nvPr/>
        </p:nvSpPr>
        <p:spPr>
          <a:xfrm>
            <a:off x="8891100" y="250106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4" name="Google Shape;234;p30"/>
          <p:cNvSpPr/>
          <p:nvPr/>
        </p:nvSpPr>
        <p:spPr>
          <a:xfrm>
            <a:off x="-4353375" y="-4359625"/>
            <a:ext cx="8713800" cy="8713800"/>
          </a:xfrm>
          <a:prstGeom prst="pie">
            <a:avLst>
              <a:gd fmla="val 2137" name="adj1"/>
              <a:gd fmla="val 5410266" name="adj2"/>
            </a:avLst>
          </a:prstGeom>
          <a:gradFill>
            <a:gsLst>
              <a:gs pos="0">
                <a:schemeClr val="dk1"/>
              </a:gs>
              <a:gs pos="28000">
                <a:schemeClr val="dk1"/>
              </a:gs>
              <a:gs pos="100000">
                <a:schemeClr val="dk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5" name="Google Shape;235;p30"/>
          <p:cNvSpPr/>
          <p:nvPr/>
        </p:nvSpPr>
        <p:spPr>
          <a:xfrm>
            <a:off x="7661425" y="1330972"/>
            <a:ext cx="406500" cy="406500"/>
          </a:xfrm>
          <a:prstGeom prst="ellipse">
            <a:avLst/>
          </a:prstGeom>
          <a:gradFill>
            <a:gsLst>
              <a:gs pos="0">
                <a:schemeClr val="dk1"/>
              </a:gs>
              <a:gs pos="31000">
                <a:schemeClr val="dk1"/>
              </a:gs>
              <a:gs pos="100000">
                <a:schemeClr val="accent4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6" name="Google Shape;236;p30"/>
          <p:cNvSpPr txBox="1"/>
          <p:nvPr>
            <p:ph idx="1" type="subTitle"/>
          </p:nvPr>
        </p:nvSpPr>
        <p:spPr>
          <a:xfrm>
            <a:off x="228600" y="36294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37" name="Google Shape;237;p30"/>
          <p:cNvSpPr/>
          <p:nvPr/>
        </p:nvSpPr>
        <p:spPr>
          <a:xfrm>
            <a:off x="5772475" y="912625"/>
            <a:ext cx="1243200" cy="1243200"/>
          </a:xfrm>
          <a:prstGeom prst="ellipse">
            <a:avLst/>
          </a:prstGeom>
          <a:gradFill>
            <a:gsLst>
              <a:gs pos="0">
                <a:schemeClr val="dk1"/>
              </a:gs>
              <a:gs pos="28000">
                <a:schemeClr val="dk1"/>
              </a:gs>
              <a:gs pos="100000">
                <a:schemeClr val="dk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8" name="Google Shape;238;p30"/>
          <p:cNvSpPr txBox="1"/>
          <p:nvPr>
            <p:ph idx="2" type="subTitle"/>
          </p:nvPr>
        </p:nvSpPr>
        <p:spPr>
          <a:xfrm>
            <a:off x="541125" y="2779925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39" name="Google Shape;239;p30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40" name="Google Shape;240;p30"/>
          <p:cNvSpPr txBox="1"/>
          <p:nvPr>
            <p:ph idx="3" type="subTitle"/>
          </p:nvPr>
        </p:nvSpPr>
        <p:spPr>
          <a:xfrm>
            <a:off x="541125" y="3001750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41" name="Google Shape;241;p30"/>
          <p:cNvSpPr txBox="1"/>
          <p:nvPr>
            <p:ph idx="4" type="subTitle"/>
          </p:nvPr>
        </p:nvSpPr>
        <p:spPr>
          <a:xfrm>
            <a:off x="228600" y="2767150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42" name="Google Shape;242;p30"/>
          <p:cNvSpPr txBox="1"/>
          <p:nvPr>
            <p:ph idx="5" type="subTitle"/>
          </p:nvPr>
        </p:nvSpPr>
        <p:spPr>
          <a:xfrm>
            <a:off x="3914650" y="2779925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43" name="Google Shape;243;p30"/>
          <p:cNvSpPr txBox="1"/>
          <p:nvPr>
            <p:ph idx="6" type="subTitle"/>
          </p:nvPr>
        </p:nvSpPr>
        <p:spPr>
          <a:xfrm>
            <a:off x="3914650" y="3001750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44" name="Google Shape;244;p30"/>
          <p:cNvSpPr txBox="1"/>
          <p:nvPr>
            <p:ph idx="7" type="subTitle"/>
          </p:nvPr>
        </p:nvSpPr>
        <p:spPr>
          <a:xfrm>
            <a:off x="3602125" y="2767150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45" name="Google Shape;245;p30"/>
          <p:cNvSpPr txBox="1"/>
          <p:nvPr>
            <p:ph idx="8" type="subTitle"/>
          </p:nvPr>
        </p:nvSpPr>
        <p:spPr>
          <a:xfrm>
            <a:off x="541125" y="45045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46" name="Google Shape;246;p30"/>
          <p:cNvSpPr txBox="1"/>
          <p:nvPr>
            <p:ph idx="9" type="subTitle"/>
          </p:nvPr>
        </p:nvSpPr>
        <p:spPr>
          <a:xfrm>
            <a:off x="541125" y="47263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47" name="Google Shape;247;p30"/>
          <p:cNvSpPr txBox="1"/>
          <p:nvPr>
            <p:ph idx="13" type="subTitle"/>
          </p:nvPr>
        </p:nvSpPr>
        <p:spPr>
          <a:xfrm>
            <a:off x="228600" y="44917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48" name="Google Shape;248;p30"/>
          <p:cNvSpPr txBox="1"/>
          <p:nvPr>
            <p:ph idx="14" type="subTitle"/>
          </p:nvPr>
        </p:nvSpPr>
        <p:spPr>
          <a:xfrm>
            <a:off x="3914650" y="45045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49" name="Google Shape;249;p30"/>
          <p:cNvSpPr txBox="1"/>
          <p:nvPr>
            <p:ph idx="15" type="subTitle"/>
          </p:nvPr>
        </p:nvSpPr>
        <p:spPr>
          <a:xfrm>
            <a:off x="3914650" y="47263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50" name="Google Shape;250;p30"/>
          <p:cNvSpPr txBox="1"/>
          <p:nvPr>
            <p:ph idx="16" type="subTitle"/>
          </p:nvPr>
        </p:nvSpPr>
        <p:spPr>
          <a:xfrm>
            <a:off x="3602125" y="36294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51" name="Google Shape;251;p30"/>
          <p:cNvSpPr txBox="1"/>
          <p:nvPr>
            <p:ph idx="17" type="subTitle"/>
          </p:nvPr>
        </p:nvSpPr>
        <p:spPr>
          <a:xfrm>
            <a:off x="3602125" y="44917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52" name="Google Shape;252;p30"/>
          <p:cNvSpPr txBox="1"/>
          <p:nvPr>
            <p:ph idx="18" type="subTitle"/>
          </p:nvPr>
        </p:nvSpPr>
        <p:spPr>
          <a:xfrm>
            <a:off x="541125" y="36422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53" name="Google Shape;253;p30"/>
          <p:cNvSpPr txBox="1"/>
          <p:nvPr>
            <p:ph idx="19" type="subTitle"/>
          </p:nvPr>
        </p:nvSpPr>
        <p:spPr>
          <a:xfrm>
            <a:off x="541125" y="38640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54" name="Google Shape;254;p30"/>
          <p:cNvSpPr txBox="1"/>
          <p:nvPr>
            <p:ph idx="20" type="subTitle"/>
          </p:nvPr>
        </p:nvSpPr>
        <p:spPr>
          <a:xfrm>
            <a:off x="3914650" y="36422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55" name="Google Shape;255;p30"/>
          <p:cNvSpPr txBox="1"/>
          <p:nvPr>
            <p:ph idx="21" type="subTitle"/>
          </p:nvPr>
        </p:nvSpPr>
        <p:spPr>
          <a:xfrm>
            <a:off x="3914650" y="38640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BLANK_1_1_1_1_1_1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1"/>
          <p:cNvSpPr/>
          <p:nvPr/>
        </p:nvSpPr>
        <p:spPr>
          <a:xfrm>
            <a:off x="-2956425" y="-4767225"/>
            <a:ext cx="9144000" cy="91440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58" name="Google Shape;258;p31"/>
          <p:cNvSpPr txBox="1"/>
          <p:nvPr>
            <p:ph type="title"/>
          </p:nvPr>
        </p:nvSpPr>
        <p:spPr>
          <a:xfrm>
            <a:off x="212450" y="177900"/>
            <a:ext cx="38268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59" name="Google Shape;259;p31"/>
          <p:cNvSpPr/>
          <p:nvPr>
            <p:ph idx="2" type="pic"/>
          </p:nvPr>
        </p:nvSpPr>
        <p:spPr>
          <a:xfrm>
            <a:off x="4618525" y="0"/>
            <a:ext cx="4296600" cy="4912200"/>
          </a:xfrm>
          <a:prstGeom prst="rect">
            <a:avLst/>
          </a:prstGeom>
          <a:noFill/>
          <a:ln>
            <a:noFill/>
          </a:ln>
        </p:spPr>
      </p:sp>
      <p:sp>
        <p:nvSpPr>
          <p:cNvPr id="260" name="Google Shape;260;p31"/>
          <p:cNvSpPr txBox="1"/>
          <p:nvPr>
            <p:ph idx="1" type="body"/>
          </p:nvPr>
        </p:nvSpPr>
        <p:spPr>
          <a:xfrm>
            <a:off x="228600" y="1177425"/>
            <a:ext cx="3321300" cy="22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61" name="Google Shape;261;p31"/>
          <p:cNvSpPr/>
          <p:nvPr/>
        </p:nvSpPr>
        <p:spPr>
          <a:xfrm rot="-5400000">
            <a:off x="893689" y="4222811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62" name="Google Shape;262;p31"/>
          <p:cNvSpPr/>
          <p:nvPr/>
        </p:nvSpPr>
        <p:spPr>
          <a:xfrm flipH="1" rot="5400000">
            <a:off x="3585611" y="4527761"/>
            <a:ext cx="24300" cy="74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63" name="Google Shape;263;p31"/>
          <p:cNvSpPr/>
          <p:nvPr/>
        </p:nvSpPr>
        <p:spPr>
          <a:xfrm rot="-5400000">
            <a:off x="2283189" y="488791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64" name="Google Shape;264;p31"/>
          <p:cNvSpPr/>
          <p:nvPr/>
        </p:nvSpPr>
        <p:spPr>
          <a:xfrm rot="-5400000">
            <a:off x="2501051" y="488791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and CTA">
  <p:cSld name="CUSTOM_4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2"/>
          <p:cNvSpPr txBox="1"/>
          <p:nvPr>
            <p:ph idx="1" type="body"/>
          </p:nvPr>
        </p:nvSpPr>
        <p:spPr>
          <a:xfrm>
            <a:off x="230900" y="2443800"/>
            <a:ext cx="1458300" cy="35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67" name="Google Shape;267;p32"/>
          <p:cNvSpPr/>
          <p:nvPr>
            <p:ph idx="2" type="pic"/>
          </p:nvPr>
        </p:nvSpPr>
        <p:spPr>
          <a:xfrm>
            <a:off x="5303800" y="881700"/>
            <a:ext cx="3611400" cy="4271400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32"/>
          <p:cNvSpPr txBox="1"/>
          <p:nvPr>
            <p:ph hasCustomPrompt="1" type="title"/>
          </p:nvPr>
        </p:nvSpPr>
        <p:spPr>
          <a:xfrm>
            <a:off x="141051" y="271577"/>
            <a:ext cx="1226400" cy="41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32"/>
          <p:cNvSpPr txBox="1"/>
          <p:nvPr>
            <p:ph idx="3" type="title"/>
          </p:nvPr>
        </p:nvSpPr>
        <p:spPr>
          <a:xfrm>
            <a:off x="228600" y="881625"/>
            <a:ext cx="55653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0" name="Google Shape;270;p32"/>
          <p:cNvSpPr txBox="1"/>
          <p:nvPr>
            <p:ph idx="4" type="subTitle"/>
          </p:nvPr>
        </p:nvSpPr>
        <p:spPr>
          <a:xfrm>
            <a:off x="230900" y="1660325"/>
            <a:ext cx="4404300" cy="36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BLANK_1_1_1_1_1_1_1_1_1_1_1_1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3"/>
          <p:cNvSpPr/>
          <p:nvPr>
            <p:ph idx="2" type="pic"/>
          </p:nvPr>
        </p:nvSpPr>
        <p:spPr>
          <a:xfrm>
            <a:off x="228600" y="1510550"/>
            <a:ext cx="2773500" cy="1560300"/>
          </a:xfrm>
          <a:prstGeom prst="rect">
            <a:avLst/>
          </a:prstGeom>
          <a:noFill/>
          <a:ln>
            <a:noFill/>
          </a:ln>
        </p:spPr>
      </p:sp>
      <p:sp>
        <p:nvSpPr>
          <p:cNvPr id="273" name="Google Shape;273;p33"/>
          <p:cNvSpPr/>
          <p:nvPr>
            <p:ph idx="3" type="pic"/>
          </p:nvPr>
        </p:nvSpPr>
        <p:spPr>
          <a:xfrm>
            <a:off x="3185250" y="1510550"/>
            <a:ext cx="2773500" cy="1560300"/>
          </a:xfrm>
          <a:prstGeom prst="rect">
            <a:avLst/>
          </a:prstGeom>
          <a:noFill/>
          <a:ln>
            <a:noFill/>
          </a:ln>
        </p:spPr>
      </p:sp>
      <p:sp>
        <p:nvSpPr>
          <p:cNvPr id="274" name="Google Shape;274;p33"/>
          <p:cNvSpPr/>
          <p:nvPr>
            <p:ph idx="4" type="pic"/>
          </p:nvPr>
        </p:nvSpPr>
        <p:spPr>
          <a:xfrm>
            <a:off x="6141900" y="1510550"/>
            <a:ext cx="2773500" cy="1560300"/>
          </a:xfrm>
          <a:prstGeom prst="rect">
            <a:avLst/>
          </a:prstGeom>
          <a:noFill/>
          <a:ln>
            <a:noFill/>
          </a:ln>
        </p:spPr>
      </p:sp>
      <p:sp>
        <p:nvSpPr>
          <p:cNvPr id="275" name="Google Shape;275;p33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76" name="Google Shape;276;p33"/>
          <p:cNvSpPr txBox="1"/>
          <p:nvPr>
            <p:ph idx="1" type="body"/>
          </p:nvPr>
        </p:nvSpPr>
        <p:spPr>
          <a:xfrm>
            <a:off x="228600" y="3513725"/>
            <a:ext cx="2773500" cy="13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77" name="Google Shape;277;p33"/>
          <p:cNvSpPr txBox="1"/>
          <p:nvPr>
            <p:ph idx="5" type="body"/>
          </p:nvPr>
        </p:nvSpPr>
        <p:spPr>
          <a:xfrm>
            <a:off x="3185250" y="3513725"/>
            <a:ext cx="2773500" cy="13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78" name="Google Shape;278;p33"/>
          <p:cNvSpPr txBox="1"/>
          <p:nvPr>
            <p:ph idx="6" type="body"/>
          </p:nvPr>
        </p:nvSpPr>
        <p:spPr>
          <a:xfrm>
            <a:off x="6141900" y="3513725"/>
            <a:ext cx="2773500" cy="13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79" name="Google Shape;279;p33"/>
          <p:cNvSpPr txBox="1"/>
          <p:nvPr>
            <p:ph idx="7" type="subTitle"/>
          </p:nvPr>
        </p:nvSpPr>
        <p:spPr>
          <a:xfrm>
            <a:off x="228600" y="3224050"/>
            <a:ext cx="2773500" cy="2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280" name="Google Shape;280;p33"/>
          <p:cNvSpPr txBox="1"/>
          <p:nvPr>
            <p:ph idx="8" type="subTitle"/>
          </p:nvPr>
        </p:nvSpPr>
        <p:spPr>
          <a:xfrm>
            <a:off x="3185250" y="3224050"/>
            <a:ext cx="2773500" cy="2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281" name="Google Shape;281;p33"/>
          <p:cNvSpPr txBox="1"/>
          <p:nvPr>
            <p:ph idx="9" type="subTitle"/>
          </p:nvPr>
        </p:nvSpPr>
        <p:spPr>
          <a:xfrm>
            <a:off x="6141900" y="3224050"/>
            <a:ext cx="2773500" cy="2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84" name="Google Shape;284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3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0" name="Google Shape;290;p3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3" name="Google Shape;293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96" name="Google Shape;296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97" name="Google Shape;297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02" name="Google Shape;302;p4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2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42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7" name="Google Shape;307;p42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8" name="Google Shape;308;p42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9" name="Google Shape;309;p42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42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42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4" name="Google Shape;314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5" name="Google Shape;315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6" name="Google Shape;316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7" name="Google Shape;317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0" name="Google Shape;320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1" name="Google Shape;321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22" name="Google Shape;322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3" name="Google Shape;323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4" name="Google Shape;324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5" name="Google Shape;325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8" name="Google Shape;328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9" name="Google Shape;329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0" name="Google Shape;330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1" name="Google Shape;331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32" name="Google Shape;332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3" name="Google Shape;333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4" name="Google Shape;334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5" name="Google Shape;335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8" name="Google Shape;338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1" name="Google Shape;341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42" name="Google Shape;342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43" name="Google Shape;343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4" name="Google Shape;344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5" name="Google Shape;345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8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9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49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49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49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49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49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49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49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8" name="Google Shape;358;p49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9" name="Google Shape;359;p49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theme" Target="../theme/theme1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88025" y="635200"/>
            <a:ext cx="5802000" cy="22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Space Grotesk"/>
              <a:buNone/>
              <a:defRPr sz="4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11950" y="2966800"/>
            <a:ext cx="4547100" cy="16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hyperlink" Target="https://pathplanner.dev/pplib-getting-started.html#install-pathplannerlib" TargetMode="External"/><Relationship Id="rId6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Relationship Id="rId4" Type="http://schemas.openxmlformats.org/officeDocument/2006/relationships/image" Target="../media/image24.png"/><Relationship Id="rId5" Type="http://schemas.openxmlformats.org/officeDocument/2006/relationships/image" Target="../media/image5.png"/><Relationship Id="rId6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14.png"/><Relationship Id="rId5" Type="http://schemas.openxmlformats.org/officeDocument/2006/relationships/image" Target="../media/image21.jpg"/><Relationship Id="rId6" Type="http://schemas.openxmlformats.org/officeDocument/2006/relationships/image" Target="../media/image2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Relationship Id="rId4" Type="http://schemas.openxmlformats.org/officeDocument/2006/relationships/image" Target="../media/image23.png"/><Relationship Id="rId5" Type="http://schemas.openxmlformats.org/officeDocument/2006/relationships/image" Target="../media/image22.png"/><Relationship Id="rId6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png"/><Relationship Id="rId4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0"/>
          <p:cNvSpPr txBox="1"/>
          <p:nvPr>
            <p:ph type="title"/>
          </p:nvPr>
        </p:nvSpPr>
        <p:spPr>
          <a:xfrm>
            <a:off x="226100" y="144575"/>
            <a:ext cx="5730000" cy="3349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Intro to Pathplanner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50"/>
          <p:cNvSpPr txBox="1"/>
          <p:nvPr>
            <p:ph idx="2" type="title"/>
          </p:nvPr>
        </p:nvSpPr>
        <p:spPr>
          <a:xfrm>
            <a:off x="1404200" y="2784425"/>
            <a:ext cx="7551000" cy="2280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By:Team1599</a:t>
            </a:r>
            <a:endParaRPr/>
          </a:p>
        </p:txBody>
      </p:sp>
      <p:pic>
        <p:nvPicPr>
          <p:cNvPr id="366" name="Google Shape;36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0675" y="144575"/>
            <a:ext cx="2732525" cy="273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1"/>
          <p:cNvSpPr txBox="1"/>
          <p:nvPr>
            <p:ph type="title"/>
          </p:nvPr>
        </p:nvSpPr>
        <p:spPr>
          <a:xfrm>
            <a:off x="212450" y="177900"/>
            <a:ext cx="5789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started </a:t>
            </a:r>
            <a:endParaRPr/>
          </a:p>
        </p:txBody>
      </p:sp>
      <p:sp>
        <p:nvSpPr>
          <p:cNvPr id="372" name="Google Shape;372;p51"/>
          <p:cNvSpPr txBox="1"/>
          <p:nvPr/>
        </p:nvSpPr>
        <p:spPr>
          <a:xfrm>
            <a:off x="61100" y="756450"/>
            <a:ext cx="46620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Download</a:t>
            </a:r>
            <a:r>
              <a:rPr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the Pathplanner </a:t>
            </a:r>
            <a:r>
              <a:rPr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application can be found in the Pathplanner Docs</a:t>
            </a:r>
            <a:endParaRPr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Find and Download Pathplanner lib in Vscode</a:t>
            </a:r>
            <a:endParaRPr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73" name="Google Shape;373;p51" title="Screenshot 2026-08-04 1522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00" y="3140275"/>
            <a:ext cx="5354851" cy="192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51" title="Screenshot 2026-08-04 15255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56875" y="0"/>
            <a:ext cx="3499450" cy="32589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51"/>
          <p:cNvSpPr txBox="1"/>
          <p:nvPr/>
        </p:nvSpPr>
        <p:spPr>
          <a:xfrm>
            <a:off x="3337401" y="1625250"/>
            <a:ext cx="18789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Wpilib logo found on the left side of Vscode in your open project is where you can download the Pathplanner lib.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" name="Google Shape;376;p51"/>
          <p:cNvSpPr/>
          <p:nvPr/>
        </p:nvSpPr>
        <p:spPr>
          <a:xfrm>
            <a:off x="5568600" y="2740850"/>
            <a:ext cx="375900" cy="223200"/>
          </a:xfrm>
          <a:prstGeom prst="rect">
            <a:avLst/>
          </a:prstGeom>
          <a:noFill/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" name="Google Shape;377;p51"/>
          <p:cNvSpPr txBox="1"/>
          <p:nvPr/>
        </p:nvSpPr>
        <p:spPr>
          <a:xfrm>
            <a:off x="61100" y="1942325"/>
            <a:ext cx="209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Pathplanner Docs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78" name="Google Shape;378;p51" title="Screenshot 2026-08-04 153238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53400" y="4061625"/>
            <a:ext cx="2807275" cy="100755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51"/>
          <p:cNvSpPr/>
          <p:nvPr/>
        </p:nvSpPr>
        <p:spPr>
          <a:xfrm rot="955283">
            <a:off x="4745871" y="2605333"/>
            <a:ext cx="884739" cy="289529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" name="Google Shape;380;p51"/>
          <p:cNvSpPr txBox="1"/>
          <p:nvPr/>
        </p:nvSpPr>
        <p:spPr>
          <a:xfrm>
            <a:off x="5675500" y="3413963"/>
            <a:ext cx="3262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Lib should show up under vendordeps after downloading 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52" title="Screenshot 2026-08-04 155218.png"/>
          <p:cNvPicPr preferRelativeResize="0"/>
          <p:nvPr/>
        </p:nvPicPr>
        <p:blipFill rotWithShape="1">
          <a:blip r:embed="rId3">
            <a:alphaModFix/>
          </a:blip>
          <a:srcRect b="0" l="2110" r="-2110" t="14698"/>
          <a:stretch/>
        </p:blipFill>
        <p:spPr>
          <a:xfrm>
            <a:off x="6266400" y="2733725"/>
            <a:ext cx="2557826" cy="1998326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52"/>
          <p:cNvSpPr txBox="1"/>
          <p:nvPr>
            <p:ph type="title"/>
          </p:nvPr>
        </p:nvSpPr>
        <p:spPr>
          <a:xfrm>
            <a:off x="211793" y="143171"/>
            <a:ext cx="6054600" cy="5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Drive Code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7" name="Google Shape;387;p52" title="Screenshot 2026-08-04 15362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1550" y="0"/>
            <a:ext cx="4262450" cy="2790424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52"/>
          <p:cNvSpPr txBox="1"/>
          <p:nvPr/>
        </p:nvSpPr>
        <p:spPr>
          <a:xfrm>
            <a:off x="4369275" y="3435528"/>
            <a:ext cx="1605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Note: team 1599’s code is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arranged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differently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then the docs but works the same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89" name="Google Shape;389;p52" title="Screenshot 2026-08-04 15481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58700" y="2740485"/>
            <a:ext cx="4050600" cy="2311339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52"/>
          <p:cNvSpPr txBox="1"/>
          <p:nvPr/>
        </p:nvSpPr>
        <p:spPr>
          <a:xfrm>
            <a:off x="4262400" y="2832375"/>
            <a:ext cx="400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Team 1599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example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code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1" name="Google Shape;391;p52"/>
          <p:cNvSpPr/>
          <p:nvPr/>
        </p:nvSpPr>
        <p:spPr>
          <a:xfrm rot="10573261">
            <a:off x="4262478" y="3079647"/>
            <a:ext cx="619046" cy="361079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52"/>
          <p:cNvSpPr/>
          <p:nvPr/>
        </p:nvSpPr>
        <p:spPr>
          <a:xfrm>
            <a:off x="6367750" y="883400"/>
            <a:ext cx="2367900" cy="1347900"/>
          </a:xfrm>
          <a:prstGeom prst="rect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" name="Google Shape;393;p52"/>
          <p:cNvSpPr/>
          <p:nvPr/>
        </p:nvSpPr>
        <p:spPr>
          <a:xfrm>
            <a:off x="6534150" y="2327775"/>
            <a:ext cx="2367900" cy="2338200"/>
          </a:xfrm>
          <a:prstGeom prst="rect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52"/>
          <p:cNvSpPr txBox="1"/>
          <p:nvPr/>
        </p:nvSpPr>
        <p:spPr>
          <a:xfrm>
            <a:off x="4784100" y="4665975"/>
            <a:ext cx="34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red boxes show the different parts of the code that go in separate functions/commands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95" name="Google Shape;395;p52" title="Screenshot 2026-08-04 164558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1" y="2043413"/>
            <a:ext cx="4002000" cy="690312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52"/>
          <p:cNvSpPr txBox="1"/>
          <p:nvPr/>
        </p:nvSpPr>
        <p:spPr>
          <a:xfrm>
            <a:off x="0" y="829600"/>
            <a:ext cx="49086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Under Getting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Started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in the pathplanner docs you will find both swerve and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tank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example code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Copy and paste this code into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correct parts of your Drive subsystem class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3"/>
          <p:cNvSpPr txBox="1"/>
          <p:nvPr>
            <p:ph type="title"/>
          </p:nvPr>
        </p:nvSpPr>
        <p:spPr>
          <a:xfrm>
            <a:off x="212450" y="177900"/>
            <a:ext cx="5789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Auto </a:t>
            </a:r>
            <a:r>
              <a:rPr lang="en">
                <a:solidFill>
                  <a:schemeClr val="accent2"/>
                </a:solidFill>
              </a:rPr>
              <a:t>Selector</a:t>
            </a:r>
            <a:r>
              <a:rPr lang="en">
                <a:solidFill>
                  <a:schemeClr val="accent2"/>
                </a:solidFill>
              </a:rPr>
              <a:t> </a:t>
            </a:r>
            <a:endParaRPr/>
          </a:p>
        </p:txBody>
      </p:sp>
      <p:pic>
        <p:nvPicPr>
          <p:cNvPr id="402" name="Google Shape;402;p53" title="Screenshot 2026-08-04 1606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728895"/>
            <a:ext cx="4571024" cy="87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53" title="Screenshot 2026-08-04 16061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47525" y="26150"/>
            <a:ext cx="4619975" cy="2553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4" name="Google Shape;404;p53"/>
          <p:cNvGrpSpPr/>
          <p:nvPr/>
        </p:nvGrpSpPr>
        <p:grpSpPr>
          <a:xfrm>
            <a:off x="111225" y="2571750"/>
            <a:ext cx="3520426" cy="2412050"/>
            <a:chOff x="87725" y="1496600"/>
            <a:chExt cx="3520426" cy="2412050"/>
          </a:xfrm>
        </p:grpSpPr>
        <p:pic>
          <p:nvPicPr>
            <p:cNvPr id="405" name="Google Shape;405;p53" title="Screenshot 2026-08-04 155811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7725" y="1496600"/>
              <a:ext cx="3520426" cy="2412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6" name="Google Shape;406;p53"/>
            <p:cNvSpPr/>
            <p:nvPr/>
          </p:nvSpPr>
          <p:spPr>
            <a:xfrm>
              <a:off x="297100" y="1569350"/>
              <a:ext cx="2637600" cy="272100"/>
            </a:xfrm>
            <a:prstGeom prst="rect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7" name="Google Shape;407;p53"/>
            <p:cNvSpPr/>
            <p:nvPr/>
          </p:nvSpPr>
          <p:spPr>
            <a:xfrm>
              <a:off x="297100" y="1920950"/>
              <a:ext cx="2637600" cy="1292700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8" name="Google Shape;408;p53"/>
            <p:cNvSpPr/>
            <p:nvPr/>
          </p:nvSpPr>
          <p:spPr>
            <a:xfrm>
              <a:off x="212450" y="3293150"/>
              <a:ext cx="2637600" cy="272100"/>
            </a:xfrm>
            <a:prstGeom prst="rect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09" name="Google Shape;409;p53"/>
          <p:cNvSpPr txBox="1"/>
          <p:nvPr/>
        </p:nvSpPr>
        <p:spPr>
          <a:xfrm>
            <a:off x="3816500" y="4337300"/>
            <a:ext cx="2527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red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boxes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show the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different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parts of the code that go in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separate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functions/commands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" name="Google Shape;410;p53"/>
          <p:cNvSpPr txBox="1"/>
          <p:nvPr/>
        </p:nvSpPr>
        <p:spPr>
          <a:xfrm>
            <a:off x="5121700" y="3673775"/>
            <a:ext cx="4045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More 1599 example code 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1" name="Google Shape;411;p53"/>
          <p:cNvSpPr/>
          <p:nvPr/>
        </p:nvSpPr>
        <p:spPr>
          <a:xfrm>
            <a:off x="7134700" y="3756900"/>
            <a:ext cx="507900" cy="1016100"/>
          </a:xfrm>
          <a:prstGeom prst="upArrow">
            <a:avLst>
              <a:gd fmla="val 9195" name="adj1"/>
              <a:gd fmla="val 31163" name="adj2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2" name="Google Shape;412;p53"/>
          <p:cNvSpPr txBox="1"/>
          <p:nvPr/>
        </p:nvSpPr>
        <p:spPr>
          <a:xfrm>
            <a:off x="284175" y="850200"/>
            <a:ext cx="6764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" name="Google Shape;413;p53"/>
          <p:cNvSpPr txBox="1"/>
          <p:nvPr/>
        </p:nvSpPr>
        <p:spPr>
          <a:xfrm>
            <a:off x="212450" y="823413"/>
            <a:ext cx="41718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Sendable chooser is also known as your auto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selector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Your sendable chooser sample code can be found in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getting started tab of the Pathplanner DOCs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Make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sure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to copy and paste the code into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correct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parts of your robot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container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4"/>
          <p:cNvSpPr txBox="1"/>
          <p:nvPr>
            <p:ph type="title"/>
          </p:nvPr>
        </p:nvSpPr>
        <p:spPr>
          <a:xfrm>
            <a:off x="212450" y="177900"/>
            <a:ext cx="3826800" cy="8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Event Command/Triggers</a:t>
            </a:r>
            <a:endParaRPr/>
          </a:p>
        </p:txBody>
      </p:sp>
      <p:pic>
        <p:nvPicPr>
          <p:cNvPr id="419" name="Google Shape;419;p54" title="Screenshot 2026-08-04 162006.png"/>
          <p:cNvPicPr preferRelativeResize="0"/>
          <p:nvPr/>
        </p:nvPicPr>
        <p:blipFill rotWithShape="1">
          <a:blip r:embed="rId3">
            <a:alphaModFix/>
          </a:blip>
          <a:srcRect b="0" l="2747" r="8364" t="0"/>
          <a:stretch/>
        </p:blipFill>
        <p:spPr>
          <a:xfrm>
            <a:off x="0" y="2933822"/>
            <a:ext cx="3826799" cy="2171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54" title="Screenshot 2026-08-04 161932.png"/>
          <p:cNvPicPr preferRelativeResize="0"/>
          <p:nvPr/>
        </p:nvPicPr>
        <p:blipFill rotWithShape="1">
          <a:blip r:embed="rId4">
            <a:alphaModFix/>
          </a:blip>
          <a:srcRect b="0" l="0" r="6341" t="0"/>
          <a:stretch/>
        </p:blipFill>
        <p:spPr>
          <a:xfrm>
            <a:off x="3826800" y="2933825"/>
            <a:ext cx="3473452" cy="217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54" title="Screenshot 2026-08-04 16270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74150" y="0"/>
            <a:ext cx="4169850" cy="2874174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54"/>
          <p:cNvSpPr txBox="1"/>
          <p:nvPr/>
        </p:nvSpPr>
        <p:spPr>
          <a:xfrm>
            <a:off x="7300250" y="2993225"/>
            <a:ext cx="1736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Your Triggers/Commands will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vary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based off of what your robot does. 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3" name="Google Shape;423;p54"/>
          <p:cNvSpPr txBox="1"/>
          <p:nvPr/>
        </p:nvSpPr>
        <p:spPr>
          <a:xfrm>
            <a:off x="3162300" y="71425"/>
            <a:ext cx="5529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More 1599 example code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4" name="Google Shape;424;p54"/>
          <p:cNvSpPr/>
          <p:nvPr/>
        </p:nvSpPr>
        <p:spPr>
          <a:xfrm>
            <a:off x="4572000" y="338700"/>
            <a:ext cx="442500" cy="28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8761D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5" name="Google Shape;425;p54"/>
          <p:cNvSpPr txBox="1"/>
          <p:nvPr/>
        </p:nvSpPr>
        <p:spPr>
          <a:xfrm>
            <a:off x="72800" y="1078650"/>
            <a:ext cx="38754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Named Commands and Event Triggers are commands you can add on to paths or autos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Both named commands and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event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trigger example code are found under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their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respective tabs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When creating named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commands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and event triggers it is important that the name is the same in code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5"/>
          <p:cNvSpPr txBox="1"/>
          <p:nvPr>
            <p:ph type="title"/>
          </p:nvPr>
        </p:nvSpPr>
        <p:spPr>
          <a:xfrm>
            <a:off x="212450" y="177900"/>
            <a:ext cx="5789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Using the Pathplanner App</a:t>
            </a:r>
            <a:endParaRPr/>
          </a:p>
        </p:txBody>
      </p:sp>
      <p:pic>
        <p:nvPicPr>
          <p:cNvPr id="431" name="Google Shape;431;p55" title="Screenshot 2026-08-06 133852.png"/>
          <p:cNvPicPr preferRelativeResize="0"/>
          <p:nvPr/>
        </p:nvPicPr>
        <p:blipFill rotWithShape="1">
          <a:blip r:embed="rId3">
            <a:alphaModFix/>
          </a:blip>
          <a:srcRect b="0" l="0" r="36508" t="0"/>
          <a:stretch/>
        </p:blipFill>
        <p:spPr>
          <a:xfrm>
            <a:off x="5075400" y="713050"/>
            <a:ext cx="4068600" cy="443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55" title="Screenshot 2026-08-06 134233.png"/>
          <p:cNvPicPr preferRelativeResize="0"/>
          <p:nvPr/>
        </p:nvPicPr>
        <p:blipFill rotWithShape="1">
          <a:blip r:embed="rId4">
            <a:alphaModFix/>
          </a:blip>
          <a:srcRect b="9853" l="0" r="0" t="0"/>
          <a:stretch/>
        </p:blipFill>
        <p:spPr>
          <a:xfrm>
            <a:off x="0" y="2465925"/>
            <a:ext cx="4382550" cy="2677582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55"/>
          <p:cNvSpPr txBox="1"/>
          <p:nvPr/>
        </p:nvSpPr>
        <p:spPr>
          <a:xfrm>
            <a:off x="212450" y="742125"/>
            <a:ext cx="41688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When you create your pathplanner project folder place it inside of your deploy folder 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first thing to do when you open pathplanner is set up your robot configs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settings button is located on the left side of the screen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that's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where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you can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change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your configs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There are more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editing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options in the app settings 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6"/>
          <p:cNvSpPr txBox="1"/>
          <p:nvPr>
            <p:ph type="title"/>
          </p:nvPr>
        </p:nvSpPr>
        <p:spPr>
          <a:xfrm>
            <a:off x="212450" y="177900"/>
            <a:ext cx="64470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Explaining</a:t>
            </a:r>
            <a:r>
              <a:rPr lang="en"/>
              <a:t> the tools </a:t>
            </a:r>
            <a:endParaRPr/>
          </a:p>
        </p:txBody>
      </p:sp>
      <p:cxnSp>
        <p:nvCxnSpPr>
          <p:cNvPr id="439" name="Google Shape;439;p56"/>
          <p:cNvCxnSpPr/>
          <p:nvPr/>
        </p:nvCxnSpPr>
        <p:spPr>
          <a:xfrm>
            <a:off x="228600" y="627300"/>
            <a:ext cx="4407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0" name="Google Shape;440;p56" title="Screenshot 2026-08-06 1440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3010" y="0"/>
            <a:ext cx="391854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56" title="Screenshot 2026-08-06 145201.png"/>
          <p:cNvPicPr preferRelativeResize="0"/>
          <p:nvPr/>
        </p:nvPicPr>
        <p:blipFill rotWithShape="1">
          <a:blip r:embed="rId4">
            <a:alphaModFix/>
          </a:blip>
          <a:srcRect b="0" l="0" r="1874" t="0"/>
          <a:stretch/>
        </p:blipFill>
        <p:spPr>
          <a:xfrm>
            <a:off x="1859063" y="3339750"/>
            <a:ext cx="3313925" cy="1752775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56"/>
          <p:cNvSpPr txBox="1"/>
          <p:nvPr/>
        </p:nvSpPr>
        <p:spPr>
          <a:xfrm>
            <a:off x="96300" y="768227"/>
            <a:ext cx="4990800" cy="3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Waypoints are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points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used to tell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robot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where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to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go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To add a waypoint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double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click on the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field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Event markers are used to run commands at a specific point in the path 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Rotation targets are a point that changes the robots angle 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Point towards zones allow for the robot to face a specific point on the field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Ideal starting state sets the angle the starting point is at 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Goal End State sets the angle the end point is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Global Constraints change things like max velocity for the whole path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Constraint Zones add constraints to certain parts of the path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path optimizer changes your path to be faster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Editor settings just changes different tools to help with path making 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700" scaled="0"/>
        </a:gra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7"/>
          <p:cNvSpPr/>
          <p:nvPr/>
        </p:nvSpPr>
        <p:spPr>
          <a:xfrm rot="-5400000">
            <a:off x="7602600" y="3599525"/>
            <a:ext cx="2601300" cy="243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48" name="Google Shape;448;p57"/>
          <p:cNvSpPr txBox="1"/>
          <p:nvPr>
            <p:ph type="title"/>
          </p:nvPr>
        </p:nvSpPr>
        <p:spPr>
          <a:xfrm>
            <a:off x="212450" y="177900"/>
            <a:ext cx="5789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Things to think about</a:t>
            </a:r>
            <a:endParaRPr/>
          </a:p>
        </p:txBody>
      </p:sp>
      <p:sp>
        <p:nvSpPr>
          <p:cNvPr id="449" name="Google Shape;449;p57"/>
          <p:cNvSpPr txBox="1"/>
          <p:nvPr/>
        </p:nvSpPr>
        <p:spPr>
          <a:xfrm>
            <a:off x="212450" y="770250"/>
            <a:ext cx="4603200" cy="17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Before you start your path </a:t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What side of your robot is front?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What are the functions of your robot? 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Is there any part of the the robot that 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extends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over your 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bumpers?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Do you know the rules?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0" name="Google Shape;450;p57"/>
          <p:cNvSpPr txBox="1"/>
          <p:nvPr/>
        </p:nvSpPr>
        <p:spPr>
          <a:xfrm>
            <a:off x="212450" y="2311025"/>
            <a:ext cx="5074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Pathplanner uses paths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which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are segments that you put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together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to make a full auto. Paths are very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useful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as the longer the auto the harder it is to control how the robot moves so by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separating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the auto into sections helps make an auto that is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easier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to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control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and tweak down the line 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51" name="Google Shape;451;p57" title="Screenshot 2026-08-06 14165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2025" y="177900"/>
            <a:ext cx="3461178" cy="1727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57" title="Screenshot 2026-08-06 14033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28999" y="1998822"/>
            <a:ext cx="1804200" cy="1864929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57"/>
          <p:cNvSpPr txBox="1"/>
          <p:nvPr/>
        </p:nvSpPr>
        <p:spPr>
          <a:xfrm>
            <a:off x="5417700" y="2248500"/>
            <a:ext cx="1553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This is the path that makes up the first part of the auto above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54" name="Google Shape;454;p57" title="25-26 Atlee Robotics Team-All photos-76308208224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425" y="3322550"/>
            <a:ext cx="2591926" cy="1727276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57"/>
          <p:cNvSpPr txBox="1"/>
          <p:nvPr/>
        </p:nvSpPr>
        <p:spPr>
          <a:xfrm>
            <a:off x="5218193" y="4037075"/>
            <a:ext cx="2170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This is team 1599 robot for this year in starting pos Our robot has an over the bumper intake that has to be accounted for in the auto.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56" name="Google Shape;456;p57" title="25-26 Atlee Robotics Team-All photos-76308208214.jpg"/>
          <p:cNvPicPr preferRelativeResize="0"/>
          <p:nvPr/>
        </p:nvPicPr>
        <p:blipFill rotWithShape="1">
          <a:blip r:embed="rId6">
            <a:alphaModFix/>
          </a:blip>
          <a:srcRect b="14366" l="32351" r="25198" t="52052"/>
          <a:stretch/>
        </p:blipFill>
        <p:spPr>
          <a:xfrm>
            <a:off x="2697350" y="3710822"/>
            <a:ext cx="2428989" cy="1280549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57"/>
          <p:cNvSpPr/>
          <p:nvPr/>
        </p:nvSpPr>
        <p:spPr>
          <a:xfrm>
            <a:off x="2825300" y="4603900"/>
            <a:ext cx="563700" cy="11274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8" name="Google Shape;458;p57"/>
          <p:cNvSpPr/>
          <p:nvPr/>
        </p:nvSpPr>
        <p:spPr>
          <a:xfrm rot="5154602">
            <a:off x="6106979" y="2652531"/>
            <a:ext cx="563635" cy="1127249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3" name="Google Shape;463;p58"/>
          <p:cNvCxnSpPr/>
          <p:nvPr/>
        </p:nvCxnSpPr>
        <p:spPr>
          <a:xfrm>
            <a:off x="228600" y="627300"/>
            <a:ext cx="4407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4" name="Google Shape;464;p58"/>
          <p:cNvSpPr txBox="1"/>
          <p:nvPr>
            <p:ph idx="4" type="subTitle"/>
          </p:nvPr>
        </p:nvSpPr>
        <p:spPr>
          <a:xfrm>
            <a:off x="47125" y="915925"/>
            <a:ext cx="4711200" cy="129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Planning out your auto 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How many paths will it take?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What's</a:t>
            </a:r>
            <a:r>
              <a:rPr lang="en" sz="1300"/>
              <a:t> the goal of the auto?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What will other teams be doing? 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Making your Auto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Make sure your starting POS is easy to set up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Make sure some part of your robot is on the Black line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Account</a:t>
            </a:r>
            <a:r>
              <a:rPr lang="en" sz="1400"/>
              <a:t> for any </a:t>
            </a:r>
            <a:r>
              <a:rPr lang="en" sz="1400"/>
              <a:t>overhanging</a:t>
            </a:r>
            <a:r>
              <a:rPr lang="en" sz="1400"/>
              <a:t> </a:t>
            </a:r>
            <a:r>
              <a:rPr lang="en" sz="1400"/>
              <a:t>mechanisms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Make sure the robot is not clipping through the field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Try to be as efficient as possible  </a:t>
            </a:r>
            <a:r>
              <a:rPr lang="en" sz="1400"/>
              <a:t>  </a:t>
            </a:r>
            <a:endParaRPr sz="1400"/>
          </a:p>
        </p:txBody>
      </p:sp>
      <p:sp>
        <p:nvSpPr>
          <p:cNvPr id="465" name="Google Shape;465;p58"/>
          <p:cNvSpPr/>
          <p:nvPr/>
        </p:nvSpPr>
        <p:spPr>
          <a:xfrm rot="5400000">
            <a:off x="8232450" y="-442947"/>
            <a:ext cx="114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66" name="Google Shape;466;p58"/>
          <p:cNvSpPr/>
          <p:nvPr/>
        </p:nvSpPr>
        <p:spPr>
          <a:xfrm rot="5400000">
            <a:off x="6911175" y="-137100"/>
            <a:ext cx="11400" cy="7428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67" name="Google Shape;467;p58"/>
          <p:cNvSpPr txBox="1"/>
          <p:nvPr>
            <p:ph type="title"/>
          </p:nvPr>
        </p:nvSpPr>
        <p:spPr>
          <a:xfrm>
            <a:off x="141050" y="271575"/>
            <a:ext cx="4711200" cy="35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While making your path</a:t>
            </a:r>
            <a:endParaRPr/>
          </a:p>
        </p:txBody>
      </p:sp>
      <p:pic>
        <p:nvPicPr>
          <p:cNvPr id="468" name="Google Shape;468;p58" title="Screenshot 2026-08-06 142902.png"/>
          <p:cNvPicPr preferRelativeResize="0"/>
          <p:nvPr/>
        </p:nvPicPr>
        <p:blipFill rotWithShape="1">
          <a:blip r:embed="rId3">
            <a:alphaModFix/>
          </a:blip>
          <a:srcRect b="0" l="0" r="0" t="50639"/>
          <a:stretch/>
        </p:blipFill>
        <p:spPr>
          <a:xfrm>
            <a:off x="6872950" y="0"/>
            <a:ext cx="2271050" cy="144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58" title="Screenshot 2026-08-06 142940.png"/>
          <p:cNvPicPr preferRelativeResize="0"/>
          <p:nvPr/>
        </p:nvPicPr>
        <p:blipFill rotWithShape="1">
          <a:blip r:embed="rId4">
            <a:alphaModFix/>
          </a:blip>
          <a:srcRect b="0" l="0" r="0" t="27415"/>
          <a:stretch/>
        </p:blipFill>
        <p:spPr>
          <a:xfrm>
            <a:off x="7374338" y="1394825"/>
            <a:ext cx="1727625" cy="19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58" title="Screenshot 2026-08-06 143030.png"/>
          <p:cNvPicPr preferRelativeResize="0"/>
          <p:nvPr/>
        </p:nvPicPr>
        <p:blipFill rotWithShape="1">
          <a:blip r:embed="rId5">
            <a:alphaModFix/>
          </a:blip>
          <a:srcRect b="0" l="0" r="0" t="15448"/>
          <a:stretch/>
        </p:blipFill>
        <p:spPr>
          <a:xfrm>
            <a:off x="6189500" y="3304524"/>
            <a:ext cx="2819825" cy="1686575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58"/>
          <p:cNvSpPr txBox="1"/>
          <p:nvPr/>
        </p:nvSpPr>
        <p:spPr>
          <a:xfrm>
            <a:off x="5347825" y="122125"/>
            <a:ext cx="3661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Bad Path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Illegal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start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2" name="Google Shape;472;p58"/>
          <p:cNvSpPr txBox="1"/>
          <p:nvPr/>
        </p:nvSpPr>
        <p:spPr>
          <a:xfrm>
            <a:off x="5933775" y="1559425"/>
            <a:ext cx="1354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Not an easy set up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could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be hard for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field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set up accuracy 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3" name="Google Shape;473;p58"/>
          <p:cNvSpPr txBox="1"/>
          <p:nvPr/>
        </p:nvSpPr>
        <p:spPr>
          <a:xfrm>
            <a:off x="4365200" y="3609875"/>
            <a:ext cx="19494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robot is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clipping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through the wall 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4" name="Google Shape;474;p58"/>
          <p:cNvSpPr/>
          <p:nvPr/>
        </p:nvSpPr>
        <p:spPr>
          <a:xfrm>
            <a:off x="5545125" y="460825"/>
            <a:ext cx="1127400" cy="563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5" name="Google Shape;475;p58"/>
          <p:cNvSpPr/>
          <p:nvPr/>
        </p:nvSpPr>
        <p:spPr>
          <a:xfrm>
            <a:off x="5033475" y="3986238"/>
            <a:ext cx="1127400" cy="563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6" name="Google Shape;476;p58"/>
          <p:cNvSpPr/>
          <p:nvPr/>
        </p:nvSpPr>
        <p:spPr>
          <a:xfrm>
            <a:off x="6160875" y="2205925"/>
            <a:ext cx="1127400" cy="563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77" name="Google Shape;477;p58" title="Screenshot 2026-08-06 140332.png"/>
          <p:cNvPicPr preferRelativeResize="0"/>
          <p:nvPr/>
        </p:nvPicPr>
        <p:blipFill rotWithShape="1">
          <a:blip r:embed="rId6">
            <a:alphaModFix/>
          </a:blip>
          <a:srcRect b="8330" l="0" r="0" t="30731"/>
          <a:stretch/>
        </p:blipFill>
        <p:spPr>
          <a:xfrm>
            <a:off x="0" y="3470175"/>
            <a:ext cx="2533400" cy="1595824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58"/>
          <p:cNvSpPr txBox="1"/>
          <p:nvPr/>
        </p:nvSpPr>
        <p:spPr>
          <a:xfrm>
            <a:off x="2533400" y="3882900"/>
            <a:ext cx="1831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Easy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field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set up and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there's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ample room for the robot and the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overhanging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intake.The red box shows the space between the trench and the intake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9" name="Google Shape;479;p58"/>
          <p:cNvSpPr/>
          <p:nvPr/>
        </p:nvSpPr>
        <p:spPr>
          <a:xfrm>
            <a:off x="1341075" y="4443625"/>
            <a:ext cx="300000" cy="258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0" name="Google Shape;480;p58"/>
          <p:cNvSpPr/>
          <p:nvPr/>
        </p:nvSpPr>
        <p:spPr>
          <a:xfrm rot="10800000">
            <a:off x="2737740" y="3327101"/>
            <a:ext cx="1127700" cy="563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9"/>
          <p:cNvSpPr txBox="1"/>
          <p:nvPr>
            <p:ph type="title"/>
          </p:nvPr>
        </p:nvSpPr>
        <p:spPr>
          <a:xfrm>
            <a:off x="212450" y="177900"/>
            <a:ext cx="64470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Forming your Auto </a:t>
            </a:r>
            <a:endParaRPr/>
          </a:p>
        </p:txBody>
      </p:sp>
      <p:cxnSp>
        <p:nvCxnSpPr>
          <p:cNvPr id="486" name="Google Shape;486;p59"/>
          <p:cNvCxnSpPr/>
          <p:nvPr/>
        </p:nvCxnSpPr>
        <p:spPr>
          <a:xfrm>
            <a:off x="228600" y="627300"/>
            <a:ext cx="4407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7" name="Google Shape;487;p59"/>
          <p:cNvSpPr txBox="1"/>
          <p:nvPr/>
        </p:nvSpPr>
        <p:spPr>
          <a:xfrm>
            <a:off x="212450" y="897175"/>
            <a:ext cx="39822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Command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Groups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Groups are used to make sure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different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things run when they are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supposed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to 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Parallel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groups run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anything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in it at the same time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Sequential groups run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anything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in it one after another 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Named Commands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Named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commands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can be used before after or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through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out a path 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Team 1599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prefers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Named commands over Event triggers due to having issues with the triggers.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Always test your autos and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commands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88" name="Google Shape;488;p59" title="Screenshot 2026-08-06 1505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0525" y="190875"/>
            <a:ext cx="4303476" cy="4761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59" title="Screenshot 2026-08-06 16250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963525"/>
            <a:ext cx="2151600" cy="209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0"/>
          <p:cNvSpPr txBox="1"/>
          <p:nvPr>
            <p:ph type="title"/>
          </p:nvPr>
        </p:nvSpPr>
        <p:spPr>
          <a:xfrm>
            <a:off x="3139050" y="130925"/>
            <a:ext cx="2865900" cy="60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/>
              <a:t>Thank You </a:t>
            </a:r>
            <a:endParaRPr b="1" sz="4400"/>
          </a:p>
        </p:txBody>
      </p:sp>
      <p:pic>
        <p:nvPicPr>
          <p:cNvPr id="495" name="Google Shape;495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2100" y="1158900"/>
            <a:ext cx="3679800" cy="367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Quarterly Review (Futuristic)">
  <a:themeElements>
    <a:clrScheme name="Simple Light">
      <a:dk1>
        <a:srgbClr val="070707"/>
      </a:dk1>
      <a:lt1>
        <a:srgbClr val="FFFFFF"/>
      </a:lt1>
      <a:dk2>
        <a:srgbClr val="004741"/>
      </a:dk2>
      <a:lt2>
        <a:srgbClr val="F4F4F4"/>
      </a:lt2>
      <a:accent1>
        <a:srgbClr val="6DCFBE"/>
      </a:accent1>
      <a:accent2>
        <a:srgbClr val="81F5FF"/>
      </a:accent2>
      <a:accent3>
        <a:srgbClr val="202020"/>
      </a:accent3>
      <a:accent4>
        <a:srgbClr val="008585"/>
      </a:accent4>
      <a:accent5>
        <a:srgbClr val="808080"/>
      </a:accent5>
      <a:accent6>
        <a:srgbClr val="9AE9FF"/>
      </a:accent6>
      <a:hlink>
        <a:srgbClr val="6DCFB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