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1" r:id="rId9"/>
    <p:sldId id="262" r:id="rId10"/>
    <p:sldId id="263" r:id="rId11"/>
    <p:sldId id="266" r:id="rId12"/>
  </p:sldIdLst>
  <p:sldSz cx="12192000" cy="6858000"/>
  <p:notesSz cx="6858000" cy="9144000"/>
  <p:embeddedFontLst>
    <p:embeddedFont>
      <p:font typeface="Bahnschrift" panose="020B0502040204020203" pitchFamily="34" charset="0"/>
      <p:regular r:id="rId13"/>
      <p:bold r:id="rId14"/>
    </p:embeddedFont>
    <p:embeddedFont>
      <p:font typeface="Black Ops One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01" autoAdjust="0"/>
  </p:normalViewPr>
  <p:slideViewPr>
    <p:cSldViewPr snapToGrid="0">
      <p:cViewPr varScale="1">
        <p:scale>
          <a:sx n="102" d="100"/>
          <a:sy n="102" d="100"/>
        </p:scale>
        <p:origin x="92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41A1A1-0FD8-4410-BEDD-B680D266B818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4F410E-9553-4B94-9CA9-1CC5D8C4AADD}">
      <dgm:prSet phldrT="[Text]" phldr="0" custT="1"/>
      <dgm:spPr>
        <a:solidFill>
          <a:srgbClr val="FFFF00"/>
        </a:solidFill>
      </dgm:spPr>
      <dgm:t>
        <a:bodyPr/>
        <a:lstStyle/>
        <a:p>
          <a:r>
            <a:rPr lang="en-US" sz="5400" dirty="0">
              <a:solidFill>
                <a:schemeClr val="tx1"/>
              </a:solidFill>
              <a:latin typeface="Bahnschrift" panose="020B0502040204020203" pitchFamily="34" charset="0"/>
            </a:rPr>
            <a:t>Superstructure</a:t>
          </a:r>
        </a:p>
      </dgm:t>
    </dgm:pt>
    <dgm:pt modelId="{E1930FF2-1755-40CE-A9B7-B0F5B7912E25}" type="parTrans" cxnId="{39EDF125-6AE2-4EBE-AC3A-38DCC146124E}">
      <dgm:prSet/>
      <dgm:spPr/>
      <dgm:t>
        <a:bodyPr/>
        <a:lstStyle/>
        <a:p>
          <a:endParaRPr lang="en-US"/>
        </a:p>
      </dgm:t>
    </dgm:pt>
    <dgm:pt modelId="{CEA96336-D347-4B96-83F8-84D6191F64FD}" type="sibTrans" cxnId="{39EDF125-6AE2-4EBE-AC3A-38DCC146124E}">
      <dgm:prSet/>
      <dgm:spPr/>
      <dgm:t>
        <a:bodyPr/>
        <a:lstStyle/>
        <a:p>
          <a:endParaRPr lang="en-US"/>
        </a:p>
      </dgm:t>
    </dgm:pt>
    <dgm:pt modelId="{D45F5F51-91B6-4148-BF66-26766FC726CE}">
      <dgm:prSet phldrT="[Text]" phldr="0" custT="1"/>
      <dgm:spPr>
        <a:solidFill>
          <a:srgbClr val="FFFF00"/>
        </a:solidFill>
        <a:effectLst/>
      </dgm:spPr>
      <dgm:t>
        <a:bodyPr/>
        <a:lstStyle/>
        <a:p>
          <a:r>
            <a:rPr lang="en-US" sz="5400" dirty="0">
              <a:solidFill>
                <a:schemeClr val="tx1"/>
              </a:solidFill>
              <a:latin typeface="Bahnschrift" panose="020B0502040204020203" pitchFamily="34" charset="0"/>
            </a:rPr>
            <a:t>Shooter</a:t>
          </a:r>
        </a:p>
      </dgm:t>
    </dgm:pt>
    <dgm:pt modelId="{3A9A30C2-757B-4524-9493-F42B0943520D}" type="parTrans" cxnId="{13F81773-523D-4A2F-9AAB-65EEAD7179CF}">
      <dgm:prSet/>
      <dgm:spPr>
        <a:solidFill>
          <a:schemeClr val="accent3"/>
        </a:solidFill>
        <a:ln>
          <a:solidFill>
            <a:srgbClr val="FFFF00"/>
          </a:solidFill>
        </a:ln>
      </dgm:spPr>
      <dgm:t>
        <a:bodyPr/>
        <a:lstStyle/>
        <a:p>
          <a:endParaRPr lang="en-US" dirty="0"/>
        </a:p>
      </dgm:t>
    </dgm:pt>
    <dgm:pt modelId="{07C58C14-63BF-4533-BE07-7CE9CCB3603C}" type="sibTrans" cxnId="{13F81773-523D-4A2F-9AAB-65EEAD7179CF}">
      <dgm:prSet/>
      <dgm:spPr/>
      <dgm:t>
        <a:bodyPr/>
        <a:lstStyle/>
        <a:p>
          <a:endParaRPr lang="en-US"/>
        </a:p>
      </dgm:t>
    </dgm:pt>
    <dgm:pt modelId="{1957D480-DD08-46CB-A913-8091766B9F40}">
      <dgm:prSet phldrT="[Text]" phldr="0" custT="1"/>
      <dgm:spPr>
        <a:solidFill>
          <a:srgbClr val="FFFF00"/>
        </a:solidFill>
      </dgm:spPr>
      <dgm:t>
        <a:bodyPr/>
        <a:lstStyle/>
        <a:p>
          <a:r>
            <a:rPr lang="en-US" sz="5400" dirty="0">
              <a:solidFill>
                <a:schemeClr val="tx1"/>
              </a:solidFill>
              <a:latin typeface="Bahnschrift" panose="020B0502040204020203" pitchFamily="34" charset="0"/>
            </a:rPr>
            <a:t>Intake</a:t>
          </a:r>
        </a:p>
      </dgm:t>
    </dgm:pt>
    <dgm:pt modelId="{B3A2DC6F-205C-4953-BCF0-DA0AC15CFA77}" type="parTrans" cxnId="{DA15C1D1-9D2F-45BF-BF12-6E162CA4905E}">
      <dgm:prSet/>
      <dgm:spPr>
        <a:ln>
          <a:solidFill>
            <a:srgbClr val="FFFF00"/>
          </a:solidFill>
        </a:ln>
      </dgm:spPr>
      <dgm:t>
        <a:bodyPr/>
        <a:lstStyle/>
        <a:p>
          <a:endParaRPr lang="en-US" dirty="0"/>
        </a:p>
      </dgm:t>
    </dgm:pt>
    <dgm:pt modelId="{932708DA-98BE-498D-8024-81D6B8B64325}" type="sibTrans" cxnId="{DA15C1D1-9D2F-45BF-BF12-6E162CA4905E}">
      <dgm:prSet/>
      <dgm:spPr/>
      <dgm:t>
        <a:bodyPr/>
        <a:lstStyle/>
        <a:p>
          <a:endParaRPr lang="en-US"/>
        </a:p>
      </dgm:t>
    </dgm:pt>
    <dgm:pt modelId="{2F3A1E54-79D7-48ED-9944-36DB9886F51B}">
      <dgm:prSet phldrT="[Text]" phldr="0" custT="1"/>
      <dgm:spPr>
        <a:solidFill>
          <a:srgbClr val="FFFF00"/>
        </a:solidFill>
      </dgm:spPr>
      <dgm:t>
        <a:bodyPr/>
        <a:lstStyle/>
        <a:p>
          <a:r>
            <a:rPr lang="en-US" sz="5400" dirty="0">
              <a:solidFill>
                <a:schemeClr val="tx1"/>
              </a:solidFill>
              <a:latin typeface="Bahnschrift" panose="020B0502040204020203" pitchFamily="34" charset="0"/>
            </a:rPr>
            <a:t>Indexer</a:t>
          </a:r>
        </a:p>
      </dgm:t>
    </dgm:pt>
    <dgm:pt modelId="{E090C229-E1C2-44F8-9914-E6A67F3F39C8}" type="parTrans" cxnId="{0FE9D659-57F3-4A07-8199-405700E34DAF}">
      <dgm:prSet/>
      <dgm:spPr>
        <a:ln>
          <a:solidFill>
            <a:srgbClr val="FFFF00"/>
          </a:solidFill>
        </a:ln>
      </dgm:spPr>
      <dgm:t>
        <a:bodyPr/>
        <a:lstStyle/>
        <a:p>
          <a:endParaRPr lang="en-US" dirty="0"/>
        </a:p>
      </dgm:t>
    </dgm:pt>
    <dgm:pt modelId="{2464EEAC-0708-4CFC-A285-929F556A6E89}" type="sibTrans" cxnId="{0FE9D659-57F3-4A07-8199-405700E34DAF}">
      <dgm:prSet/>
      <dgm:spPr/>
      <dgm:t>
        <a:bodyPr/>
        <a:lstStyle/>
        <a:p>
          <a:endParaRPr lang="en-US"/>
        </a:p>
      </dgm:t>
    </dgm:pt>
    <dgm:pt modelId="{F68D2079-238D-4120-BDED-C6C02FD0B3D8}">
      <dgm:prSet phldrT="[Text]" phldr="0" custT="1"/>
      <dgm:spPr>
        <a:solidFill>
          <a:srgbClr val="FFFF00"/>
        </a:solidFill>
      </dgm:spPr>
      <dgm:t>
        <a:bodyPr/>
        <a:lstStyle/>
        <a:p>
          <a:r>
            <a:rPr lang="en-US" sz="5400" dirty="0">
              <a:solidFill>
                <a:schemeClr val="tx1"/>
              </a:solidFill>
              <a:latin typeface="Bahnschrift" panose="020B0502040204020203" pitchFamily="34" charset="0"/>
            </a:rPr>
            <a:t>Feeder</a:t>
          </a:r>
        </a:p>
      </dgm:t>
    </dgm:pt>
    <dgm:pt modelId="{F2979E81-0536-4E03-857C-A892FD6DDE51}" type="parTrans" cxnId="{29399FB6-364B-4513-839C-912D06B9B323}">
      <dgm:prSet/>
      <dgm:spPr>
        <a:ln>
          <a:solidFill>
            <a:srgbClr val="FFFF00"/>
          </a:solidFill>
        </a:ln>
      </dgm:spPr>
      <dgm:t>
        <a:bodyPr/>
        <a:lstStyle/>
        <a:p>
          <a:endParaRPr lang="en-US" dirty="0"/>
        </a:p>
      </dgm:t>
    </dgm:pt>
    <dgm:pt modelId="{9C45E31B-A7D5-4B26-A6B6-BEA429011250}" type="sibTrans" cxnId="{29399FB6-364B-4513-839C-912D06B9B323}">
      <dgm:prSet/>
      <dgm:spPr/>
      <dgm:t>
        <a:bodyPr/>
        <a:lstStyle/>
        <a:p>
          <a:endParaRPr lang="en-US"/>
        </a:p>
      </dgm:t>
    </dgm:pt>
    <dgm:pt modelId="{75327570-53B5-4D96-997A-A8AB7E5F67D3}" type="pres">
      <dgm:prSet presAssocID="{8141A1A1-0FD8-4410-BEDD-B680D266B818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8AC7D1D-A968-48A9-87C8-3A050873AEE2}" type="pres">
      <dgm:prSet presAssocID="{6E4F410E-9553-4B94-9CA9-1CC5D8C4AADD}" presName="root1" presStyleCnt="0"/>
      <dgm:spPr/>
    </dgm:pt>
    <dgm:pt modelId="{F259BD40-BAF5-44B0-B59A-67CA348190E8}" type="pres">
      <dgm:prSet presAssocID="{6E4F410E-9553-4B94-9CA9-1CC5D8C4AADD}" presName="LevelOneTextNode" presStyleLbl="node0" presStyleIdx="0" presStyleCnt="1" custLinFactNeighborY="186">
        <dgm:presLayoutVars>
          <dgm:chPref val="3"/>
        </dgm:presLayoutVars>
      </dgm:prSet>
      <dgm:spPr/>
    </dgm:pt>
    <dgm:pt modelId="{F587D0D6-43C8-4E92-851A-6EC3F484A0D1}" type="pres">
      <dgm:prSet presAssocID="{6E4F410E-9553-4B94-9CA9-1CC5D8C4AADD}" presName="level2hierChild" presStyleCnt="0"/>
      <dgm:spPr/>
    </dgm:pt>
    <dgm:pt modelId="{E27BD703-9B54-4C11-B736-2B5566E423A1}" type="pres">
      <dgm:prSet presAssocID="{3A9A30C2-757B-4524-9493-F42B0943520D}" presName="conn2-1" presStyleLbl="parChTrans1D2" presStyleIdx="0" presStyleCnt="4"/>
      <dgm:spPr/>
    </dgm:pt>
    <dgm:pt modelId="{760091D8-B100-4148-95C8-8BC08F9B06F6}" type="pres">
      <dgm:prSet presAssocID="{3A9A30C2-757B-4524-9493-F42B0943520D}" presName="connTx" presStyleLbl="parChTrans1D2" presStyleIdx="0" presStyleCnt="4"/>
      <dgm:spPr/>
    </dgm:pt>
    <dgm:pt modelId="{971F32BA-901E-4FAF-8572-BB5CE8320F50}" type="pres">
      <dgm:prSet presAssocID="{D45F5F51-91B6-4148-BF66-26766FC726CE}" presName="root2" presStyleCnt="0"/>
      <dgm:spPr/>
    </dgm:pt>
    <dgm:pt modelId="{EE1EE99B-5828-406A-BA28-E482181E58A1}" type="pres">
      <dgm:prSet presAssocID="{D45F5F51-91B6-4148-BF66-26766FC726CE}" presName="LevelTwoTextNode" presStyleLbl="node2" presStyleIdx="0" presStyleCnt="4">
        <dgm:presLayoutVars>
          <dgm:chPref val="3"/>
        </dgm:presLayoutVars>
      </dgm:prSet>
      <dgm:spPr/>
    </dgm:pt>
    <dgm:pt modelId="{C558E357-77AB-4168-82C1-EE57CADCFA36}" type="pres">
      <dgm:prSet presAssocID="{D45F5F51-91B6-4148-BF66-26766FC726CE}" presName="level3hierChild" presStyleCnt="0"/>
      <dgm:spPr/>
    </dgm:pt>
    <dgm:pt modelId="{9FEF5240-6F01-4A9F-A2B8-A7B64BE2860A}" type="pres">
      <dgm:prSet presAssocID="{B3A2DC6F-205C-4953-BCF0-DA0AC15CFA77}" presName="conn2-1" presStyleLbl="parChTrans1D2" presStyleIdx="1" presStyleCnt="4"/>
      <dgm:spPr/>
    </dgm:pt>
    <dgm:pt modelId="{F2881F07-0880-42BA-897E-7BA65DC80D2E}" type="pres">
      <dgm:prSet presAssocID="{B3A2DC6F-205C-4953-BCF0-DA0AC15CFA77}" presName="connTx" presStyleLbl="parChTrans1D2" presStyleIdx="1" presStyleCnt="4"/>
      <dgm:spPr/>
    </dgm:pt>
    <dgm:pt modelId="{48119AD5-A416-4320-9A67-7D1B1A1ED8D8}" type="pres">
      <dgm:prSet presAssocID="{1957D480-DD08-46CB-A913-8091766B9F40}" presName="root2" presStyleCnt="0"/>
      <dgm:spPr/>
    </dgm:pt>
    <dgm:pt modelId="{D260C6B9-377B-40DA-8745-1C9C0FDB39DC}" type="pres">
      <dgm:prSet presAssocID="{1957D480-DD08-46CB-A913-8091766B9F40}" presName="LevelTwoTextNode" presStyleLbl="node2" presStyleIdx="1" presStyleCnt="4">
        <dgm:presLayoutVars>
          <dgm:chPref val="3"/>
        </dgm:presLayoutVars>
      </dgm:prSet>
      <dgm:spPr/>
    </dgm:pt>
    <dgm:pt modelId="{E7CE7DF4-669C-4B7A-9554-25595EEC810C}" type="pres">
      <dgm:prSet presAssocID="{1957D480-DD08-46CB-A913-8091766B9F40}" presName="level3hierChild" presStyleCnt="0"/>
      <dgm:spPr/>
    </dgm:pt>
    <dgm:pt modelId="{1F65515B-3977-4C5C-9773-59215BB76D45}" type="pres">
      <dgm:prSet presAssocID="{E090C229-E1C2-44F8-9914-E6A67F3F39C8}" presName="conn2-1" presStyleLbl="parChTrans1D2" presStyleIdx="2" presStyleCnt="4"/>
      <dgm:spPr/>
    </dgm:pt>
    <dgm:pt modelId="{C1663F28-EF0A-4305-BD61-D11736D610D6}" type="pres">
      <dgm:prSet presAssocID="{E090C229-E1C2-44F8-9914-E6A67F3F39C8}" presName="connTx" presStyleLbl="parChTrans1D2" presStyleIdx="2" presStyleCnt="4"/>
      <dgm:spPr/>
    </dgm:pt>
    <dgm:pt modelId="{AC329DFA-7DD7-41A8-A8C2-EBD2CAEEEB9D}" type="pres">
      <dgm:prSet presAssocID="{2F3A1E54-79D7-48ED-9944-36DB9886F51B}" presName="root2" presStyleCnt="0"/>
      <dgm:spPr/>
    </dgm:pt>
    <dgm:pt modelId="{92132EB6-6F9E-4F4D-8444-E116959FA037}" type="pres">
      <dgm:prSet presAssocID="{2F3A1E54-79D7-48ED-9944-36DB9886F51B}" presName="LevelTwoTextNode" presStyleLbl="node2" presStyleIdx="2" presStyleCnt="4">
        <dgm:presLayoutVars>
          <dgm:chPref val="3"/>
        </dgm:presLayoutVars>
      </dgm:prSet>
      <dgm:spPr/>
    </dgm:pt>
    <dgm:pt modelId="{A659244E-E596-4974-B888-50373D3972A3}" type="pres">
      <dgm:prSet presAssocID="{2F3A1E54-79D7-48ED-9944-36DB9886F51B}" presName="level3hierChild" presStyleCnt="0"/>
      <dgm:spPr/>
    </dgm:pt>
    <dgm:pt modelId="{F0E61AE7-5E25-4BDF-80D6-2D00021BABB0}" type="pres">
      <dgm:prSet presAssocID="{F2979E81-0536-4E03-857C-A892FD6DDE51}" presName="conn2-1" presStyleLbl="parChTrans1D2" presStyleIdx="3" presStyleCnt="4"/>
      <dgm:spPr/>
    </dgm:pt>
    <dgm:pt modelId="{11D9455B-79B9-4A76-8361-5219D1290E9A}" type="pres">
      <dgm:prSet presAssocID="{F2979E81-0536-4E03-857C-A892FD6DDE51}" presName="connTx" presStyleLbl="parChTrans1D2" presStyleIdx="3" presStyleCnt="4"/>
      <dgm:spPr/>
    </dgm:pt>
    <dgm:pt modelId="{56EC4B24-A996-475B-A800-F5A9D7B17D37}" type="pres">
      <dgm:prSet presAssocID="{F68D2079-238D-4120-BDED-C6C02FD0B3D8}" presName="root2" presStyleCnt="0"/>
      <dgm:spPr/>
    </dgm:pt>
    <dgm:pt modelId="{9B2A097C-C03D-407B-A751-CD30B5DCE04B}" type="pres">
      <dgm:prSet presAssocID="{F68D2079-238D-4120-BDED-C6C02FD0B3D8}" presName="LevelTwoTextNode" presStyleLbl="node2" presStyleIdx="3" presStyleCnt="4">
        <dgm:presLayoutVars>
          <dgm:chPref val="3"/>
        </dgm:presLayoutVars>
      </dgm:prSet>
      <dgm:spPr/>
    </dgm:pt>
    <dgm:pt modelId="{9AD62D2E-0F64-4EAE-9226-41201D50C005}" type="pres">
      <dgm:prSet presAssocID="{F68D2079-238D-4120-BDED-C6C02FD0B3D8}" presName="level3hierChild" presStyleCnt="0"/>
      <dgm:spPr/>
    </dgm:pt>
  </dgm:ptLst>
  <dgm:cxnLst>
    <dgm:cxn modelId="{77D63D07-CB39-4DEE-8ED3-7C878F2B6871}" type="presOf" srcId="{6E4F410E-9553-4B94-9CA9-1CC5D8C4AADD}" destId="{F259BD40-BAF5-44B0-B59A-67CA348190E8}" srcOrd="0" destOrd="0" presId="urn:microsoft.com/office/officeart/2008/layout/HorizontalMultiLevelHierarchy"/>
    <dgm:cxn modelId="{C17BB913-43B8-44AF-A5A2-58B8A5D8533E}" type="presOf" srcId="{2F3A1E54-79D7-48ED-9944-36DB9886F51B}" destId="{92132EB6-6F9E-4F4D-8444-E116959FA037}" srcOrd="0" destOrd="0" presId="urn:microsoft.com/office/officeart/2008/layout/HorizontalMultiLevelHierarchy"/>
    <dgm:cxn modelId="{9FF41B16-E8BD-481A-AA1D-6DF2ED672CE6}" type="presOf" srcId="{D45F5F51-91B6-4148-BF66-26766FC726CE}" destId="{EE1EE99B-5828-406A-BA28-E482181E58A1}" srcOrd="0" destOrd="0" presId="urn:microsoft.com/office/officeart/2008/layout/HorizontalMultiLevelHierarchy"/>
    <dgm:cxn modelId="{729ED217-72D5-4F2E-B4B1-86CF7752F2D2}" type="presOf" srcId="{E090C229-E1C2-44F8-9914-E6A67F3F39C8}" destId="{C1663F28-EF0A-4305-BD61-D11736D610D6}" srcOrd="1" destOrd="0" presId="urn:microsoft.com/office/officeart/2008/layout/HorizontalMultiLevelHierarchy"/>
    <dgm:cxn modelId="{39EDF125-6AE2-4EBE-AC3A-38DCC146124E}" srcId="{8141A1A1-0FD8-4410-BEDD-B680D266B818}" destId="{6E4F410E-9553-4B94-9CA9-1CC5D8C4AADD}" srcOrd="0" destOrd="0" parTransId="{E1930FF2-1755-40CE-A9B7-B0F5B7912E25}" sibTransId="{CEA96336-D347-4B96-83F8-84D6191F64FD}"/>
    <dgm:cxn modelId="{5C5F244E-8882-4F77-91EA-E2419F282DBD}" type="presOf" srcId="{1957D480-DD08-46CB-A913-8091766B9F40}" destId="{D260C6B9-377B-40DA-8745-1C9C0FDB39DC}" srcOrd="0" destOrd="0" presId="urn:microsoft.com/office/officeart/2008/layout/HorizontalMultiLevelHierarchy"/>
    <dgm:cxn modelId="{13F81773-523D-4A2F-9AAB-65EEAD7179CF}" srcId="{6E4F410E-9553-4B94-9CA9-1CC5D8C4AADD}" destId="{D45F5F51-91B6-4148-BF66-26766FC726CE}" srcOrd="0" destOrd="0" parTransId="{3A9A30C2-757B-4524-9493-F42B0943520D}" sibTransId="{07C58C14-63BF-4533-BE07-7CE9CCB3603C}"/>
    <dgm:cxn modelId="{80714A55-A757-4013-8C07-46D0963FE1A2}" type="presOf" srcId="{3A9A30C2-757B-4524-9493-F42B0943520D}" destId="{760091D8-B100-4148-95C8-8BC08F9B06F6}" srcOrd="1" destOrd="0" presId="urn:microsoft.com/office/officeart/2008/layout/HorizontalMultiLevelHierarchy"/>
    <dgm:cxn modelId="{0FE9D659-57F3-4A07-8199-405700E34DAF}" srcId="{6E4F410E-9553-4B94-9CA9-1CC5D8C4AADD}" destId="{2F3A1E54-79D7-48ED-9944-36DB9886F51B}" srcOrd="2" destOrd="0" parTransId="{E090C229-E1C2-44F8-9914-E6A67F3F39C8}" sibTransId="{2464EEAC-0708-4CFC-A285-929F556A6E89}"/>
    <dgm:cxn modelId="{9E1ABC7F-273A-4AB9-A1FD-9698CD34A13C}" type="presOf" srcId="{B3A2DC6F-205C-4953-BCF0-DA0AC15CFA77}" destId="{9FEF5240-6F01-4A9F-A2B8-A7B64BE2860A}" srcOrd="0" destOrd="0" presId="urn:microsoft.com/office/officeart/2008/layout/HorizontalMultiLevelHierarchy"/>
    <dgm:cxn modelId="{B2242491-6187-44FD-8A6B-9DAAE5AD7F86}" type="presOf" srcId="{8141A1A1-0FD8-4410-BEDD-B680D266B818}" destId="{75327570-53B5-4D96-997A-A8AB7E5F67D3}" srcOrd="0" destOrd="0" presId="urn:microsoft.com/office/officeart/2008/layout/HorizontalMultiLevelHierarchy"/>
    <dgm:cxn modelId="{40826C9D-2AD2-43AE-9F47-549846C40F74}" type="presOf" srcId="{F2979E81-0536-4E03-857C-A892FD6DDE51}" destId="{11D9455B-79B9-4A76-8361-5219D1290E9A}" srcOrd="1" destOrd="0" presId="urn:microsoft.com/office/officeart/2008/layout/HorizontalMultiLevelHierarchy"/>
    <dgm:cxn modelId="{924012A5-33B0-456C-BC8B-C2560AFC3C4D}" type="presOf" srcId="{E090C229-E1C2-44F8-9914-E6A67F3F39C8}" destId="{1F65515B-3977-4C5C-9773-59215BB76D45}" srcOrd="0" destOrd="0" presId="urn:microsoft.com/office/officeart/2008/layout/HorizontalMultiLevelHierarchy"/>
    <dgm:cxn modelId="{DE56E2B2-8A09-4830-A2C4-26E1F00A7746}" type="presOf" srcId="{B3A2DC6F-205C-4953-BCF0-DA0AC15CFA77}" destId="{F2881F07-0880-42BA-897E-7BA65DC80D2E}" srcOrd="1" destOrd="0" presId="urn:microsoft.com/office/officeart/2008/layout/HorizontalMultiLevelHierarchy"/>
    <dgm:cxn modelId="{29399FB6-364B-4513-839C-912D06B9B323}" srcId="{6E4F410E-9553-4B94-9CA9-1CC5D8C4AADD}" destId="{F68D2079-238D-4120-BDED-C6C02FD0B3D8}" srcOrd="3" destOrd="0" parTransId="{F2979E81-0536-4E03-857C-A892FD6DDE51}" sibTransId="{9C45E31B-A7D5-4B26-A6B6-BEA429011250}"/>
    <dgm:cxn modelId="{438423D0-F5B4-4D07-934B-2EB48B5A6156}" type="presOf" srcId="{F68D2079-238D-4120-BDED-C6C02FD0B3D8}" destId="{9B2A097C-C03D-407B-A751-CD30B5DCE04B}" srcOrd="0" destOrd="0" presId="urn:microsoft.com/office/officeart/2008/layout/HorizontalMultiLevelHierarchy"/>
    <dgm:cxn modelId="{DA15C1D1-9D2F-45BF-BF12-6E162CA4905E}" srcId="{6E4F410E-9553-4B94-9CA9-1CC5D8C4AADD}" destId="{1957D480-DD08-46CB-A913-8091766B9F40}" srcOrd="1" destOrd="0" parTransId="{B3A2DC6F-205C-4953-BCF0-DA0AC15CFA77}" sibTransId="{932708DA-98BE-498D-8024-81D6B8B64325}"/>
    <dgm:cxn modelId="{63FE13EA-4836-4819-AE40-F8A107F5D477}" type="presOf" srcId="{3A9A30C2-757B-4524-9493-F42B0943520D}" destId="{E27BD703-9B54-4C11-B736-2B5566E423A1}" srcOrd="0" destOrd="0" presId="urn:microsoft.com/office/officeart/2008/layout/HorizontalMultiLevelHierarchy"/>
    <dgm:cxn modelId="{E7C30AF2-5733-4467-B3E9-4F5240AB4616}" type="presOf" srcId="{F2979E81-0536-4E03-857C-A892FD6DDE51}" destId="{F0E61AE7-5E25-4BDF-80D6-2D00021BABB0}" srcOrd="0" destOrd="0" presId="urn:microsoft.com/office/officeart/2008/layout/HorizontalMultiLevelHierarchy"/>
    <dgm:cxn modelId="{FB9C1C90-8C4F-46ED-B256-3F1C0635F799}" type="presParOf" srcId="{75327570-53B5-4D96-997A-A8AB7E5F67D3}" destId="{C8AC7D1D-A968-48A9-87C8-3A050873AEE2}" srcOrd="0" destOrd="0" presId="urn:microsoft.com/office/officeart/2008/layout/HorizontalMultiLevelHierarchy"/>
    <dgm:cxn modelId="{1E56ED89-A69E-4311-A6BF-D5FAEA1FD6A5}" type="presParOf" srcId="{C8AC7D1D-A968-48A9-87C8-3A050873AEE2}" destId="{F259BD40-BAF5-44B0-B59A-67CA348190E8}" srcOrd="0" destOrd="0" presId="urn:microsoft.com/office/officeart/2008/layout/HorizontalMultiLevelHierarchy"/>
    <dgm:cxn modelId="{AAC11523-5E30-4D0F-946D-92CDF59DDC35}" type="presParOf" srcId="{C8AC7D1D-A968-48A9-87C8-3A050873AEE2}" destId="{F587D0D6-43C8-4E92-851A-6EC3F484A0D1}" srcOrd="1" destOrd="0" presId="urn:microsoft.com/office/officeart/2008/layout/HorizontalMultiLevelHierarchy"/>
    <dgm:cxn modelId="{F6FBF783-1843-43D5-8910-6933864AC991}" type="presParOf" srcId="{F587D0D6-43C8-4E92-851A-6EC3F484A0D1}" destId="{E27BD703-9B54-4C11-B736-2B5566E423A1}" srcOrd="0" destOrd="0" presId="urn:microsoft.com/office/officeart/2008/layout/HorizontalMultiLevelHierarchy"/>
    <dgm:cxn modelId="{CFDB4E36-2359-4A33-831F-49A3CAFBA082}" type="presParOf" srcId="{E27BD703-9B54-4C11-B736-2B5566E423A1}" destId="{760091D8-B100-4148-95C8-8BC08F9B06F6}" srcOrd="0" destOrd="0" presId="urn:microsoft.com/office/officeart/2008/layout/HorizontalMultiLevelHierarchy"/>
    <dgm:cxn modelId="{90348A35-E5ED-41D2-97A4-FD43DDE88619}" type="presParOf" srcId="{F587D0D6-43C8-4E92-851A-6EC3F484A0D1}" destId="{971F32BA-901E-4FAF-8572-BB5CE8320F50}" srcOrd="1" destOrd="0" presId="urn:microsoft.com/office/officeart/2008/layout/HorizontalMultiLevelHierarchy"/>
    <dgm:cxn modelId="{BCCF4325-7EB8-4309-98F8-162DA8131917}" type="presParOf" srcId="{971F32BA-901E-4FAF-8572-BB5CE8320F50}" destId="{EE1EE99B-5828-406A-BA28-E482181E58A1}" srcOrd="0" destOrd="0" presId="urn:microsoft.com/office/officeart/2008/layout/HorizontalMultiLevelHierarchy"/>
    <dgm:cxn modelId="{4E92D15E-214A-4062-9947-E1C53B2C187B}" type="presParOf" srcId="{971F32BA-901E-4FAF-8572-BB5CE8320F50}" destId="{C558E357-77AB-4168-82C1-EE57CADCFA36}" srcOrd="1" destOrd="0" presId="urn:microsoft.com/office/officeart/2008/layout/HorizontalMultiLevelHierarchy"/>
    <dgm:cxn modelId="{CD60B752-FFD5-41A7-A784-50107E07CC12}" type="presParOf" srcId="{F587D0D6-43C8-4E92-851A-6EC3F484A0D1}" destId="{9FEF5240-6F01-4A9F-A2B8-A7B64BE2860A}" srcOrd="2" destOrd="0" presId="urn:microsoft.com/office/officeart/2008/layout/HorizontalMultiLevelHierarchy"/>
    <dgm:cxn modelId="{E315C260-450C-4C89-AB22-28DE03C39BEB}" type="presParOf" srcId="{9FEF5240-6F01-4A9F-A2B8-A7B64BE2860A}" destId="{F2881F07-0880-42BA-897E-7BA65DC80D2E}" srcOrd="0" destOrd="0" presId="urn:microsoft.com/office/officeart/2008/layout/HorizontalMultiLevelHierarchy"/>
    <dgm:cxn modelId="{5CBC4579-BB89-41B1-B470-BA932A900B08}" type="presParOf" srcId="{F587D0D6-43C8-4E92-851A-6EC3F484A0D1}" destId="{48119AD5-A416-4320-9A67-7D1B1A1ED8D8}" srcOrd="3" destOrd="0" presId="urn:microsoft.com/office/officeart/2008/layout/HorizontalMultiLevelHierarchy"/>
    <dgm:cxn modelId="{2631AC61-DF28-466C-9448-A7EDB303E56F}" type="presParOf" srcId="{48119AD5-A416-4320-9A67-7D1B1A1ED8D8}" destId="{D260C6B9-377B-40DA-8745-1C9C0FDB39DC}" srcOrd="0" destOrd="0" presId="urn:microsoft.com/office/officeart/2008/layout/HorizontalMultiLevelHierarchy"/>
    <dgm:cxn modelId="{5135EF76-E6E4-4A3F-8878-0418E09FAF8C}" type="presParOf" srcId="{48119AD5-A416-4320-9A67-7D1B1A1ED8D8}" destId="{E7CE7DF4-669C-4B7A-9554-25595EEC810C}" srcOrd="1" destOrd="0" presId="urn:microsoft.com/office/officeart/2008/layout/HorizontalMultiLevelHierarchy"/>
    <dgm:cxn modelId="{C134B142-2BE6-46CE-BA4C-A40571B5F935}" type="presParOf" srcId="{F587D0D6-43C8-4E92-851A-6EC3F484A0D1}" destId="{1F65515B-3977-4C5C-9773-59215BB76D45}" srcOrd="4" destOrd="0" presId="urn:microsoft.com/office/officeart/2008/layout/HorizontalMultiLevelHierarchy"/>
    <dgm:cxn modelId="{D9BF0C9B-34E0-4E58-96AE-C954BE8DEEA3}" type="presParOf" srcId="{1F65515B-3977-4C5C-9773-59215BB76D45}" destId="{C1663F28-EF0A-4305-BD61-D11736D610D6}" srcOrd="0" destOrd="0" presId="urn:microsoft.com/office/officeart/2008/layout/HorizontalMultiLevelHierarchy"/>
    <dgm:cxn modelId="{AAAD25F2-CDE8-42BB-83E9-B0CD2516657F}" type="presParOf" srcId="{F587D0D6-43C8-4E92-851A-6EC3F484A0D1}" destId="{AC329DFA-7DD7-41A8-A8C2-EBD2CAEEEB9D}" srcOrd="5" destOrd="0" presId="urn:microsoft.com/office/officeart/2008/layout/HorizontalMultiLevelHierarchy"/>
    <dgm:cxn modelId="{C79CA390-DF5A-4F9A-9514-5C2F85657062}" type="presParOf" srcId="{AC329DFA-7DD7-41A8-A8C2-EBD2CAEEEB9D}" destId="{92132EB6-6F9E-4F4D-8444-E116959FA037}" srcOrd="0" destOrd="0" presId="urn:microsoft.com/office/officeart/2008/layout/HorizontalMultiLevelHierarchy"/>
    <dgm:cxn modelId="{553D69BE-7552-4746-B532-B547336F590E}" type="presParOf" srcId="{AC329DFA-7DD7-41A8-A8C2-EBD2CAEEEB9D}" destId="{A659244E-E596-4974-B888-50373D3972A3}" srcOrd="1" destOrd="0" presId="urn:microsoft.com/office/officeart/2008/layout/HorizontalMultiLevelHierarchy"/>
    <dgm:cxn modelId="{9A0581AD-CF8D-4D7C-9519-9D1AB2F438A4}" type="presParOf" srcId="{F587D0D6-43C8-4E92-851A-6EC3F484A0D1}" destId="{F0E61AE7-5E25-4BDF-80D6-2D00021BABB0}" srcOrd="6" destOrd="0" presId="urn:microsoft.com/office/officeart/2008/layout/HorizontalMultiLevelHierarchy"/>
    <dgm:cxn modelId="{3FC997C5-04BE-458F-87FC-3AB12F7912DE}" type="presParOf" srcId="{F0E61AE7-5E25-4BDF-80D6-2D00021BABB0}" destId="{11D9455B-79B9-4A76-8361-5219D1290E9A}" srcOrd="0" destOrd="0" presId="urn:microsoft.com/office/officeart/2008/layout/HorizontalMultiLevelHierarchy"/>
    <dgm:cxn modelId="{F67BB219-EB66-41C4-B2E1-91259CDFF7CB}" type="presParOf" srcId="{F587D0D6-43C8-4E92-851A-6EC3F484A0D1}" destId="{56EC4B24-A996-475B-A800-F5A9D7B17D37}" srcOrd="7" destOrd="0" presId="urn:microsoft.com/office/officeart/2008/layout/HorizontalMultiLevelHierarchy"/>
    <dgm:cxn modelId="{8C0F60C0-9F2C-499A-A89A-51E2AF123B89}" type="presParOf" srcId="{56EC4B24-A996-475B-A800-F5A9D7B17D37}" destId="{9B2A097C-C03D-407B-A751-CD30B5DCE04B}" srcOrd="0" destOrd="0" presId="urn:microsoft.com/office/officeart/2008/layout/HorizontalMultiLevelHierarchy"/>
    <dgm:cxn modelId="{04B2252D-9553-46AD-953D-B75C45C8DA27}" type="presParOf" srcId="{56EC4B24-A996-475B-A800-F5A9D7B17D37}" destId="{9AD62D2E-0F64-4EAE-9226-41201D50C005}" srcOrd="1" destOrd="0" presId="urn:microsoft.com/office/officeart/2008/layout/HorizontalMultiLevelHierarchy"/>
  </dgm:cxnLst>
  <dgm:bg>
    <a:effectLst>
      <a:softEdge rad="0"/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61AE7-5E25-4BDF-80D6-2D00021BABB0}">
      <dsp:nvSpPr>
        <dsp:cNvPr id="0" name=""/>
        <dsp:cNvSpPr/>
      </dsp:nvSpPr>
      <dsp:spPr>
        <a:xfrm>
          <a:off x="1256556" y="2513995"/>
          <a:ext cx="626688" cy="17912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3344" y="0"/>
              </a:lnTo>
              <a:lnTo>
                <a:pt x="313344" y="1791221"/>
              </a:lnTo>
              <a:lnTo>
                <a:pt x="626688" y="1791221"/>
              </a:lnTo>
            </a:path>
          </a:pathLst>
        </a:custGeom>
        <a:noFill/>
        <a:ln w="19050" cap="flat" cmpd="sng" algn="ctr">
          <a:solidFill>
            <a:srgbClr val="FFFF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1522458" y="3362163"/>
        <a:ext cx="94884" cy="94884"/>
      </dsp:txXfrm>
    </dsp:sp>
    <dsp:sp modelId="{1F65515B-3977-4C5C-9773-59215BB76D45}">
      <dsp:nvSpPr>
        <dsp:cNvPr id="0" name=""/>
        <dsp:cNvSpPr/>
      </dsp:nvSpPr>
      <dsp:spPr>
        <a:xfrm>
          <a:off x="1256556" y="2513995"/>
          <a:ext cx="626688" cy="5970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3344" y="0"/>
              </a:lnTo>
              <a:lnTo>
                <a:pt x="313344" y="597073"/>
              </a:lnTo>
              <a:lnTo>
                <a:pt x="626688" y="597073"/>
              </a:lnTo>
            </a:path>
          </a:pathLst>
        </a:custGeom>
        <a:noFill/>
        <a:ln w="19050" cap="flat" cmpd="sng" algn="ctr">
          <a:solidFill>
            <a:srgbClr val="FFFF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1548261" y="2790892"/>
        <a:ext cx="43279" cy="43279"/>
      </dsp:txXfrm>
    </dsp:sp>
    <dsp:sp modelId="{9FEF5240-6F01-4A9F-A2B8-A7B64BE2860A}">
      <dsp:nvSpPr>
        <dsp:cNvPr id="0" name=""/>
        <dsp:cNvSpPr/>
      </dsp:nvSpPr>
      <dsp:spPr>
        <a:xfrm>
          <a:off x="1256556" y="1916921"/>
          <a:ext cx="626688" cy="597073"/>
        </a:xfrm>
        <a:custGeom>
          <a:avLst/>
          <a:gdLst/>
          <a:ahLst/>
          <a:cxnLst/>
          <a:rect l="0" t="0" r="0" b="0"/>
          <a:pathLst>
            <a:path>
              <a:moveTo>
                <a:pt x="0" y="597073"/>
              </a:moveTo>
              <a:lnTo>
                <a:pt x="313344" y="597073"/>
              </a:lnTo>
              <a:lnTo>
                <a:pt x="313344" y="0"/>
              </a:lnTo>
              <a:lnTo>
                <a:pt x="626688" y="0"/>
              </a:lnTo>
            </a:path>
          </a:pathLst>
        </a:custGeom>
        <a:noFill/>
        <a:ln w="19050" cap="flat" cmpd="sng" algn="ctr">
          <a:solidFill>
            <a:srgbClr val="FFFF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1548261" y="2193818"/>
        <a:ext cx="43279" cy="43279"/>
      </dsp:txXfrm>
    </dsp:sp>
    <dsp:sp modelId="{E27BD703-9B54-4C11-B736-2B5566E423A1}">
      <dsp:nvSpPr>
        <dsp:cNvPr id="0" name=""/>
        <dsp:cNvSpPr/>
      </dsp:nvSpPr>
      <dsp:spPr>
        <a:xfrm>
          <a:off x="1256556" y="722773"/>
          <a:ext cx="626688" cy="1791221"/>
        </a:xfrm>
        <a:custGeom>
          <a:avLst/>
          <a:gdLst/>
          <a:ahLst/>
          <a:cxnLst/>
          <a:rect l="0" t="0" r="0" b="0"/>
          <a:pathLst>
            <a:path>
              <a:moveTo>
                <a:pt x="0" y="1791221"/>
              </a:moveTo>
              <a:lnTo>
                <a:pt x="313344" y="1791221"/>
              </a:lnTo>
              <a:lnTo>
                <a:pt x="313344" y="0"/>
              </a:lnTo>
              <a:lnTo>
                <a:pt x="626688" y="0"/>
              </a:lnTo>
            </a:path>
          </a:pathLst>
        </a:custGeom>
        <a:noFill/>
        <a:ln w="19050" cap="flat" cmpd="sng" algn="ctr">
          <a:solidFill>
            <a:srgbClr val="FFFF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1522458" y="1570942"/>
        <a:ext cx="94884" cy="94884"/>
      </dsp:txXfrm>
    </dsp:sp>
    <dsp:sp modelId="{F259BD40-BAF5-44B0-B59A-67CA348190E8}">
      <dsp:nvSpPr>
        <dsp:cNvPr id="0" name=""/>
        <dsp:cNvSpPr/>
      </dsp:nvSpPr>
      <dsp:spPr>
        <a:xfrm rot="16200000">
          <a:off x="-1735097" y="2036335"/>
          <a:ext cx="5027990" cy="955318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>
              <a:solidFill>
                <a:schemeClr val="tx1"/>
              </a:solidFill>
              <a:latin typeface="Bahnschrift" panose="020B0502040204020203" pitchFamily="34" charset="0"/>
            </a:rPr>
            <a:t>Superstructure</a:t>
          </a:r>
        </a:p>
      </dsp:txBody>
      <dsp:txXfrm>
        <a:off x="-1735097" y="2036335"/>
        <a:ext cx="5027990" cy="955318"/>
      </dsp:txXfrm>
    </dsp:sp>
    <dsp:sp modelId="{EE1EE99B-5828-406A-BA28-E482181E58A1}">
      <dsp:nvSpPr>
        <dsp:cNvPr id="0" name=""/>
        <dsp:cNvSpPr/>
      </dsp:nvSpPr>
      <dsp:spPr>
        <a:xfrm>
          <a:off x="1883245" y="245114"/>
          <a:ext cx="3133443" cy="955318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>
              <a:solidFill>
                <a:schemeClr val="tx1"/>
              </a:solidFill>
              <a:latin typeface="Bahnschrift" panose="020B0502040204020203" pitchFamily="34" charset="0"/>
            </a:rPr>
            <a:t>Shooter</a:t>
          </a:r>
        </a:p>
      </dsp:txBody>
      <dsp:txXfrm>
        <a:off x="1883245" y="245114"/>
        <a:ext cx="3133443" cy="955318"/>
      </dsp:txXfrm>
    </dsp:sp>
    <dsp:sp modelId="{D260C6B9-377B-40DA-8745-1C9C0FDB39DC}">
      <dsp:nvSpPr>
        <dsp:cNvPr id="0" name=""/>
        <dsp:cNvSpPr/>
      </dsp:nvSpPr>
      <dsp:spPr>
        <a:xfrm>
          <a:off x="1883245" y="1439262"/>
          <a:ext cx="3133443" cy="955318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>
              <a:solidFill>
                <a:schemeClr val="tx1"/>
              </a:solidFill>
              <a:latin typeface="Bahnschrift" panose="020B0502040204020203" pitchFamily="34" charset="0"/>
            </a:rPr>
            <a:t>Intake</a:t>
          </a:r>
        </a:p>
      </dsp:txBody>
      <dsp:txXfrm>
        <a:off x="1883245" y="1439262"/>
        <a:ext cx="3133443" cy="955318"/>
      </dsp:txXfrm>
    </dsp:sp>
    <dsp:sp modelId="{92132EB6-6F9E-4F4D-8444-E116959FA037}">
      <dsp:nvSpPr>
        <dsp:cNvPr id="0" name=""/>
        <dsp:cNvSpPr/>
      </dsp:nvSpPr>
      <dsp:spPr>
        <a:xfrm>
          <a:off x="1883245" y="2633409"/>
          <a:ext cx="3133443" cy="955318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>
              <a:solidFill>
                <a:schemeClr val="tx1"/>
              </a:solidFill>
              <a:latin typeface="Bahnschrift" panose="020B0502040204020203" pitchFamily="34" charset="0"/>
            </a:rPr>
            <a:t>Indexer</a:t>
          </a:r>
        </a:p>
      </dsp:txBody>
      <dsp:txXfrm>
        <a:off x="1883245" y="2633409"/>
        <a:ext cx="3133443" cy="955318"/>
      </dsp:txXfrm>
    </dsp:sp>
    <dsp:sp modelId="{9B2A097C-C03D-407B-A751-CD30B5DCE04B}">
      <dsp:nvSpPr>
        <dsp:cNvPr id="0" name=""/>
        <dsp:cNvSpPr/>
      </dsp:nvSpPr>
      <dsp:spPr>
        <a:xfrm>
          <a:off x="1883245" y="3827557"/>
          <a:ext cx="3133443" cy="955318"/>
        </a:xfrm>
        <a:prstGeom prst="rect">
          <a:avLst/>
        </a:prstGeom>
        <a:solidFill>
          <a:srgbClr val="FFF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>
              <a:solidFill>
                <a:schemeClr val="tx1"/>
              </a:solidFill>
              <a:latin typeface="Bahnschrift" panose="020B0502040204020203" pitchFamily="34" charset="0"/>
            </a:rPr>
            <a:t>Feeder</a:t>
          </a:r>
        </a:p>
      </dsp:txBody>
      <dsp:txXfrm>
        <a:off x="1883245" y="3827557"/>
        <a:ext cx="3133443" cy="9553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4FE9-7DAD-FA78-A0AB-F0A893085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2C7D8-1CAF-B678-1A61-033A1AF1F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01B82-B0F3-0693-A01C-16D0173F3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E101C-1C21-2BDF-567F-73BAC652B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D51D-6218-660A-3AAF-222F973A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170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F701-C3D6-B036-481D-867D3845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D92CC-9377-B07B-D4D3-D9D1C36E5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DBC00-2792-2913-9FDC-1A327F5E9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A674C-D1D6-2F92-9ED7-21C001A8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095C-8DB0-3A2E-EA55-9D459841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60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8F4C8-7113-C0D9-E1A9-CD8EDAC7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4619F-05F7-4644-199F-671869DF9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1DFC7-02E8-F5AA-0224-AD5ABF66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323A8-7669-7C9C-CCD3-777AB89C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AA477-732E-04DB-E40D-0EF7DE5F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6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C2DA-65B1-3AFE-AF90-4F1E751A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4BE3F-1E05-B91E-2A41-69E7AAAE0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0BD40-19EE-BAE5-4D04-F4091D3C3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8090F-412F-5626-677C-A75B21FB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3EF9F-04B5-AF00-3682-E163AF33F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4DD73-8111-37A3-091D-D178CE93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0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720B2-B50F-5CE5-DD53-31D0D480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C926D-3D5D-E20E-E45C-779BF358D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4E13E-79D6-0BA0-F205-231FB8BF3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13452-65B7-998B-BAA0-DA94BF7A70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985ECB-938E-976A-F9B2-750CB6612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6B1EAF-03D9-B0EE-3747-A286ABD9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837D7B-9EB1-449F-6938-BD063DCB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2C16F-73F1-58BF-EDA6-412F3FE42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3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FE43-DEF4-C59A-67E1-7B67405D8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38FA3B-3DEF-A039-0719-B6FCC7DE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47F08-59D5-9C18-5BB7-348A35BC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C8D65-BF1A-6031-7D43-69392155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756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7E2C1-7C84-DC12-8D7F-AF98189E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BBEDC-914B-4E94-9D10-B8B8D89AC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9BBF8-3E76-E291-6579-2F1DC114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8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600D-13B4-4B15-6B04-091EAFE32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45589-7FAE-90B8-E95A-DE1C184C9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50FAF-0FA5-D756-B4B1-F60DE79B8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B7255-4B3D-F8E3-B17E-7384BFAB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98BAA-D284-98A6-A92D-DCD8E7B60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C9A9E-6892-F8B3-86A2-5F691BDA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924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013AA-FD25-7DA5-5AAC-39E8AB30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C81B3-0B77-4148-8E9F-A7E5B83E2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BEB878-5BF8-2B1B-7FFD-CBB616728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30850-C0C8-9D9C-A3CD-95A7BDF8A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BA089-2817-6D01-F674-23E3EAA1A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15F10-0775-AD5E-9500-FBE8D64D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0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13F04-FEE3-92F8-F2BB-CDCF135E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22ADE-9489-C51D-B1B4-AF3875DB2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0EBD6-A25B-030B-5309-9F2B7844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B0297-0788-4713-9937-D441CB09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05DB4-B67D-2401-A122-2BA0E1E0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3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709F1B-B574-5724-D9FC-E7BF4D1B0A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F202B-2561-1B58-7F98-471EFEFEE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91392-A9E9-B4D0-51FC-A4EC190A3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D9566-3173-8E57-7393-EADAE5E5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97758-3AD4-7965-3AFB-831EFC59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98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F02BC-017F-996B-65EA-F0508B4A9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D20ED-2E5D-09FE-1174-AC30A0627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C47F3-28F9-1132-A899-1CD0A11A7E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5778D-E9C8-418F-BCC2-C3C72FDE59B3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07472-929C-9576-B0BB-9AB015417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2012D-830D-A645-3DC8-B38911FEC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313DF-584B-47B0-909E-CB482758AED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70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859D-C1C7-2654-4899-2561C7667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0603"/>
            <a:ext cx="9144000" cy="10093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State-Based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9F4CC-D9D7-A0E8-CCC3-01BAEDECC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80803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Presented by Aidan, Programming Lead for Team 1262</a:t>
            </a:r>
          </a:p>
          <a:p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Bahnschrift" panose="020B0502040204020203" pitchFamily="34" charset="0"/>
              </a:rPr>
              <a:t>Thank you for listening/reading!</a:t>
            </a:r>
          </a:p>
        </p:txBody>
      </p:sp>
    </p:spTree>
    <p:extLst>
      <p:ext uri="{BB962C8B-B14F-4D97-AF65-F5344CB8AC3E}">
        <p14:creationId xmlns:p14="http://schemas.microsoft.com/office/powerpoint/2010/main" val="139893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06929-5CE1-80B9-6CFE-B5610541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Small Bit Of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03BAC-BB95-418D-488A-156F3A873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In the 2025 offseason, I began researching Team 2910’s robot code and really liked their code structure!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State-based programming turns each control into its own action, or state. Because each action is defined fully, unexpected behavior doesn’t easily happen at a software level.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For 2910, this allowed for easier automation, because each subsystem could be kept track of.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Code debugging is also made easier for the same reasons.</a:t>
            </a:r>
          </a:p>
        </p:txBody>
      </p:sp>
    </p:spTree>
    <p:extLst>
      <p:ext uri="{BB962C8B-B14F-4D97-AF65-F5344CB8AC3E}">
        <p14:creationId xmlns:p14="http://schemas.microsoft.com/office/powerpoint/2010/main" val="350201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E6892-4A1B-5EF5-055D-0C6646068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ECFC-66C0-94B9-A90C-C12C9C4D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50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Subsystem Organization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F9A6CB-3CBC-CC0D-DB36-70A08E0D933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The superstructure is the orchestrator of every other subsystem.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Based on its own state machine(s), it will loop running different actions on each subsystems.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Subsystems can have their own state machines for more advanced logic.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C81771C-3D0D-18E3-9168-DE7269C4E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7464636"/>
              </p:ext>
            </p:extLst>
          </p:nvPr>
        </p:nvGraphicFramePr>
        <p:xfrm>
          <a:off x="771592" y="1487299"/>
          <a:ext cx="5317927" cy="5027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3511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885A67C-BC46-6EE2-CC9C-CB131756E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4" y="217405"/>
            <a:ext cx="10587132" cy="6423190"/>
          </a:xfrm>
          <a:prstGeom prst="roundRect">
            <a:avLst>
              <a:gd name="adj" fmla="val 11111"/>
            </a:avLst>
          </a:prstGeom>
          <a:ln w="190500" cap="rnd">
            <a:noFill/>
            <a:prstDash val="solid"/>
          </a:ln>
          <a:effectLst/>
          <a:scene3d>
            <a:camera prst="orthographicFront"/>
            <a:lightRig rig="threePt" dir="t">
              <a:rot lat="0" lon="0" rev="19200000"/>
            </a:lightRig>
          </a:scene3d>
          <a:sp3d extrusionH="25400">
            <a:extrusionClr>
              <a:srgbClr val="FFFFFF"/>
            </a:extrusionClr>
          </a:sp3d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6920667-34A1-64CC-E19B-BF844CA503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1262’s Robot, Blender</a:t>
            </a:r>
          </a:p>
        </p:txBody>
      </p:sp>
    </p:spTree>
    <p:extLst>
      <p:ext uri="{BB962C8B-B14F-4D97-AF65-F5344CB8AC3E}">
        <p14:creationId xmlns:p14="http://schemas.microsoft.com/office/powerpoint/2010/main" val="275283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DAA3C-424D-0717-2519-84A1B4A9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Superstructure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CF1B9-AD69-BE94-BE30-EC23E6ACB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There are two state machines, each describing robot actions:</a:t>
            </a:r>
          </a:p>
          <a:p>
            <a:pPr lvl="1"/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The WantedSuperState is the goal of the robot (for example, idling).</a:t>
            </a:r>
          </a:p>
          <a:p>
            <a:pPr lvl="1"/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The CurrentSuperState is the action of the robot, which can be more specific as needed (holding a game piece like algae idly)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A method handleStateTransition() converts the wanted state into a current state, based on various conditions.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applyState() then reads that current state and runs code corresponding with it.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Both functions are run in periodic(), meaning that you can make your subsystems respond to events extremely easily!</a:t>
            </a:r>
          </a:p>
          <a:p>
            <a:endParaRPr lang="en-US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53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7D6A8-8684-E0E0-EFD2-BA18084B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Controlled Subsystems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F0932-EA7F-12A5-0D21-1A92D238F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In 2910’s code, each subsystem follows nearly identical structure to Superstructure (though they won’t have access to everything, naturally).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This means they have a wanted and system state, along with the two methods handleStateTransition() and applyState().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applyState() will run the logic corresponding to that state.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Think of it as a deeper level of control compared to what Superstructure has.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Intake.java in my example showcases this.</a:t>
            </a:r>
          </a:p>
        </p:txBody>
      </p:sp>
    </p:spTree>
    <p:extLst>
      <p:ext uri="{BB962C8B-B14F-4D97-AF65-F5344CB8AC3E}">
        <p14:creationId xmlns:p14="http://schemas.microsoft.com/office/powerpoint/2010/main" val="195332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F06A5-899D-5B5B-F349-6A5FC72B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Utility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CC781-BBDF-8D50-2751-EF4A120EE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A big point that I mentioned </a:t>
            </a:r>
            <a:r>
              <a:rPr lang="en-US">
                <a:solidFill>
                  <a:srgbClr val="FFFF00"/>
                </a:solidFill>
                <a:latin typeface="Bahnschrift" panose="020B0502040204020203" pitchFamily="34" charset="0"/>
              </a:rPr>
              <a:t>a moment </a:t>
            </a:r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ago (hopefully) is that everything is being run on the periodic loop.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That allows for information to be checked constantly, allowing for easier automation (I feel) than command-based sometimes allows.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A great example is the shooting Current State. The shooter roller immediately begins firing. In every periodic() loop afterwards, the state machine checks if the shooter has reached its maximum velocity.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Once it has, both the feeder rollers and spindexer fire!</a:t>
            </a:r>
          </a:p>
        </p:txBody>
      </p:sp>
    </p:spTree>
    <p:extLst>
      <p:ext uri="{BB962C8B-B14F-4D97-AF65-F5344CB8AC3E}">
        <p14:creationId xmlns:p14="http://schemas.microsoft.com/office/powerpoint/2010/main" val="204109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88DB-A7BD-EC57-D02A-962184471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Adaptation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2483B-8D40-EE1E-6665-D13B46181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That’s a large amount of what I wanted to show today, but I do want to mention a few ways to adapt this to your team.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Not every team needs two state-machines per controlled subsystem, or even in Superstructure.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In many cases, especially for less complex control, you can have just a current state and an applyState() method, and you won’t really miss much.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This is what our team did in the 2025 offseason after testing some of this.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Shooter.java in my example showcases this.</a:t>
            </a:r>
          </a:p>
        </p:txBody>
      </p:sp>
    </p:spTree>
    <p:extLst>
      <p:ext uri="{BB962C8B-B14F-4D97-AF65-F5344CB8AC3E}">
        <p14:creationId xmlns:p14="http://schemas.microsoft.com/office/powerpoint/2010/main" val="268664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CD7A-F01B-18E9-4A0D-0D365397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Adaptation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3D15F-E30F-C959-2190-544BF5961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Finally, you could decide to have Superstructure control everything. This means that you would have functions like runFeeder(), or even feed(), but the Superstructure would call them directly.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This can be found in both the Feeder.java and Spindexer.java files in my example.</a:t>
            </a:r>
          </a:p>
        </p:txBody>
      </p:sp>
    </p:spTree>
    <p:extLst>
      <p:ext uri="{BB962C8B-B14F-4D97-AF65-F5344CB8AC3E}">
        <p14:creationId xmlns:p14="http://schemas.microsoft.com/office/powerpoint/2010/main" val="3444327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73F56-54C7-CAF8-F0BD-8AAA3ADD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lack Ops One" pitchFamily="2" charset="0"/>
              </a:rPr>
              <a:t>Few Extra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080EB-69F8-7E4A-DFD6-27FF6AF8A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I would recommend viewing 2910’s 2025 and 2026 codebases. These have been run on Einstein-level robots and showcase this concept better than I ever could.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Experiment! The best way to understand anything is to test it out, whether in a simulation on your device or on an actual robot.</a:t>
            </a:r>
          </a:p>
          <a:p>
            <a:r>
              <a:rPr lang="en-US" dirty="0">
                <a:solidFill>
                  <a:srgbClr val="FFFF00"/>
                </a:solidFill>
                <a:latin typeface="Bahnschrift" panose="020B0502040204020203" pitchFamily="34" charset="0"/>
              </a:rPr>
              <a:t>Commands V3 is introducing a state machine class, so I would recommend looking at this as well.</a:t>
            </a:r>
          </a:p>
          <a:p>
            <a:endParaRPr lang="en-US" dirty="0">
              <a:solidFill>
                <a:srgbClr val="FFFF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52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D2714D-B8EC-9F95-4451-9A2394A4BA91}"/>
              </a:ext>
            </a:extLst>
          </p:cNvPr>
          <p:cNvSpPr txBox="1"/>
          <p:nvPr/>
        </p:nvSpPr>
        <p:spPr>
          <a:xfrm>
            <a:off x="0" y="2828836"/>
            <a:ext cx="121920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rgbClr val="FFFF00"/>
                </a:solidFill>
                <a:latin typeface="Black Ops One" pitchFamily="2" charset="0"/>
              </a:rPr>
              <a:t>Thank you for listening!</a:t>
            </a:r>
          </a:p>
        </p:txBody>
      </p:sp>
    </p:spTree>
    <p:extLst>
      <p:ext uri="{BB962C8B-B14F-4D97-AF65-F5344CB8AC3E}">
        <p14:creationId xmlns:p14="http://schemas.microsoft.com/office/powerpoint/2010/main" val="9223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666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Black Ops One</vt:lpstr>
      <vt:lpstr>Bahnschrift</vt:lpstr>
      <vt:lpstr>Aptos Display</vt:lpstr>
      <vt:lpstr>Office Theme</vt:lpstr>
      <vt:lpstr>State-Based Programming</vt:lpstr>
      <vt:lpstr>Small Bit Of Introduction</vt:lpstr>
      <vt:lpstr>Subsystem Organization</vt:lpstr>
      <vt:lpstr>1262’s Robot, Blender</vt:lpstr>
      <vt:lpstr>Superstructure</vt:lpstr>
      <vt:lpstr>Controlled Subsystems</vt:lpstr>
      <vt:lpstr>Utility</vt:lpstr>
      <vt:lpstr>Adaptation #1</vt:lpstr>
      <vt:lpstr>Adaptation #2</vt:lpstr>
      <vt:lpstr>Few Extra Things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Aidan Fury Amos</dc:creator>
  <cp:lastModifiedBy>Aidan Fury Amos</cp:lastModifiedBy>
  <cp:revision>8</cp:revision>
  <dcterms:created xsi:type="dcterms:W3CDTF">2026-08-06T14:48:49Z</dcterms:created>
  <dcterms:modified xsi:type="dcterms:W3CDTF">2026-08-14T17:20:58Z</dcterms:modified>
</cp:coreProperties>
</file>