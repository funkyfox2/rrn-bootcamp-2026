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GB" sz="1400" b="0" u="none" strike="noStrike">
                <a:solidFill>
                  <a:srgbClr val="000000"/>
                </a:solidFill>
                <a:effectLst/>
                <a:uFillTx/>
                <a:latin typeface="Arial"/>
              </a:rPr>
              <a:t>Click to move the slide</a:t>
            </a:r>
            <a:endParaRPr lang="en-GB" sz="1400" b="0" u="none" strike="noStrike">
              <a:solidFill>
                <a:srgbClr val="000000"/>
              </a:solidFill>
              <a:effectLst/>
              <a:uFillTx/>
              <a:latin typeface="Arial"/>
            </a:endParaRPr>
          </a:p>
        </p:txBody>
      </p:sp>
      <p:sp>
        <p:nvSpPr>
          <p:cNvPr id="3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3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&lt;header&gt;</a:t>
            </a:r>
            <a:endParaRPr lang="en-GB" sz="1400" b="0" u="none" strike="noStrike">
              <a:solidFill>
                <a:srgbClr val="000000"/>
              </a:solidFill>
              <a:effectLst/>
              <a:uFillTx/>
              <a:latin typeface="Times New Roman"/>
            </a:endParaRPr>
          </a:p>
        </p:txBody>
      </p:sp>
      <p:sp>
        <p:nvSpPr>
          <p:cNvPr id="34" name="PlaceHolder 4"/>
          <p:cNvSpPr>
            <a:spLocks noGrp="1"/>
          </p:cNvSpPr>
          <p:nvPr>
            <p:ph type="dt" idx="12"/>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35" name="PlaceHolder 5"/>
          <p:cNvSpPr>
            <a:spLocks noGrp="1"/>
          </p:cNvSpPr>
          <p:nvPr>
            <p:ph type="ftr" idx="13"/>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36" name="PlaceHolder 6"/>
          <p:cNvSpPr>
            <a:spLocks noGrp="1"/>
          </p:cNvSpPr>
          <p:nvPr>
            <p:ph type="sldNum" idx="14"/>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9C67556A-83D8-4779-84A4-9B447ACFF384}" type="slidenum">
              <a:rPr lang="en-GB" sz="1400" b="0" u="none" strike="noStrike">
                <a:solidFill>
                  <a:srgbClr val="000000"/>
                </a:solidFill>
                <a:effectLst/>
                <a:uFillTx/>
                <a:latin typeface="Times New Roman"/>
              </a:rPr>
              <a:t>&lt;number&gt;</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sldImg"/>
          </p:nvPr>
        </p:nvSpPr>
        <p:spPr>
          <a:xfrm>
            <a:off x="381240" y="685800"/>
            <a:ext cx="6095520" cy="3428640"/>
          </a:xfrm>
          <a:prstGeom prst="rect">
            <a:avLst/>
          </a:prstGeom>
          <a:ln w="0">
            <a:noFill/>
          </a:ln>
        </p:spPr>
      </p:sp>
      <p:sp>
        <p:nvSpPr>
          <p:cNvPr id="90"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p>
            <a:pPr indent="0" algn="l">
              <a:lnSpc>
                <a:spcPct val="100000"/>
              </a:lnSpc>
              <a:buNone/>
              <a:tabLst>
                <a:tab pos="0" algn="l"/>
              </a:tabLst>
            </a:pPr>
            <a:r>
              <a:rPr lang="en" sz="1100" b="0" u="none" strike="noStrike">
                <a:solidFill>
                  <a:srgbClr val="000000"/>
                </a:solidFill>
                <a:effectLst/>
                <a:uFillTx/>
                <a:latin typeface="Arial"/>
              </a:rPr>
              <a:t>Bullet pointed version.</a:t>
            </a:r>
            <a:endParaRPr lang="en-GB" sz="11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381240" y="685800"/>
            <a:ext cx="6095520" cy="3428640"/>
          </a:xfrm>
          <a:prstGeom prst="rect">
            <a:avLst/>
          </a:prstGeom>
          <a:ln w="0">
            <a:noFill/>
          </a:ln>
        </p:spPr>
      </p:sp>
      <p:sp>
        <p:nvSpPr>
          <p:cNvPr id="92"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p>
            <a:pPr indent="0" algn="l">
              <a:lnSpc>
                <a:spcPct val="100000"/>
              </a:lnSpc>
              <a:buNone/>
              <a:tabLst>
                <a:tab pos="0" algn="l"/>
              </a:tabLst>
            </a:pPr>
            <a:r>
              <a:rPr lang="en" sz="1100" b="0" u="none" strike="noStrike">
                <a:solidFill>
                  <a:srgbClr val="000000"/>
                </a:solidFill>
                <a:effectLst/>
                <a:uFillTx/>
                <a:latin typeface="Arial"/>
              </a:rPr>
              <a:t>This is put after it so people can see the order of the apis that we will teach them.</a:t>
            </a:r>
            <a:endParaRPr lang="en-GB" sz="11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11760" y="744480"/>
            <a:ext cx="8520120" cy="2052360"/>
          </a:xfrm>
          <a:prstGeom prst="rect">
            <a:avLst/>
          </a:prstGeom>
          <a:noFill/>
          <a:ln w="0">
            <a:noFill/>
          </a:ln>
        </p:spPr>
        <p:txBody>
          <a:bodyPr lIns="91440" tIns="91440" rIns="91440" bIns="91440" anchor="b">
            <a:normAutofit/>
          </a:bodyPr>
          <a:lstStyle>
            <a:lvl1pPr indent="0" algn="l">
              <a:buNone/>
              <a:defRPr lang="en-GB" sz="5200" b="0" u="none" strike="noStrike">
                <a:solidFill>
                  <a:srgbClr val="000000"/>
                </a:solidFill>
                <a:effectLst/>
                <a:uFillTx/>
                <a:latin typeface="Arial"/>
              </a:defRPr>
            </a:lvl1pPr>
          </a:lstStyle>
          <a:p>
            <a:pPr indent="0" algn="l">
              <a:buNone/>
            </a:pPr>
            <a:r>
              <a:rPr lang="en-GB" sz="5200" b="0" u="none" strike="noStrike">
                <a:solidFill>
                  <a:srgbClr val="000000"/>
                </a:solidFill>
                <a:effectLst/>
                <a:uFillTx/>
                <a:latin typeface="Arial"/>
              </a:rPr>
              <a:t>Click to edit the title text format</a:t>
            </a:r>
            <a:endParaRPr lang="en-GB" sz="5200" b="0" u="none" strike="noStrike">
              <a:solidFill>
                <a:srgbClr val="000000"/>
              </a:solidFill>
              <a:effectLst/>
              <a:uFillTx/>
              <a:latin typeface="Arial"/>
            </a:endParaRPr>
          </a:p>
        </p:txBody>
      </p:sp>
      <p:sp>
        <p:nvSpPr>
          <p:cNvPr id="3" name="PlaceHolder 2"/>
          <p:cNvSpPr>
            <a:spLocks noGrp="1"/>
          </p:cNvSpPr>
          <p:nvPr>
            <p:ph type="sldNum" idx="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33B2826-ECF9-404C-A6AB-5481EAEA5133}"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
        <p:nvSpPr>
          <p:cNvPr id="4"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GB"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endParaRPr lang="en-GB"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endParaRPr lang="en-GB"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endParaRPr lang="en-GB"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hasCustomPrompt="1"/>
          </p:nvPr>
        </p:nvSpPr>
        <p:spPr>
          <a:xfrm>
            <a:off x="311760" y="1106280"/>
            <a:ext cx="8520120" cy="1963080"/>
          </a:xfrm>
          <a:prstGeom prst="rect">
            <a:avLst/>
          </a:prstGeom>
          <a:noFill/>
          <a:ln w="0">
            <a:noFill/>
          </a:ln>
        </p:spPr>
        <p:txBody>
          <a:bodyPr lIns="91440" tIns="91440" rIns="91440" bIns="91440" anchor="b">
            <a:normAutofit lnSpcReduction="9999"/>
          </a:bodyPr>
          <a:lstStyle>
            <a:lvl1pPr indent="0" algn="ctr">
              <a:lnSpc>
                <a:spcPct val="100000"/>
              </a:lnSpc>
              <a:buNone/>
              <a:defRPr lang="en-GB" sz="12000" b="0" u="none" strike="noStrike">
                <a:solidFill>
                  <a:schemeClr val="dk1"/>
                </a:solidFill>
                <a:effectLst/>
                <a:uFillTx/>
                <a:latin typeface="Arial"/>
                <a:ea typeface="Arial"/>
              </a:defRPr>
            </a:lvl1pPr>
          </a:lstStyle>
          <a:p>
            <a:pPr indent="0" algn="ctr">
              <a:lnSpc>
                <a:spcPct val="100000"/>
              </a:lnSpc>
              <a:buNone/>
            </a:pPr>
            <a:r>
              <a:rPr lang="en-GB" sz="12000" b="0" u="none" strike="noStrike">
                <a:solidFill>
                  <a:schemeClr val="dk1"/>
                </a:solidFill>
                <a:effectLst/>
                <a:uFillTx/>
                <a:latin typeface="Arial"/>
                <a:ea typeface="Arial"/>
              </a:rPr>
              <a:t>xx%</a:t>
            </a:r>
            <a:endParaRPr lang="en-GB" sz="12000" b="0" u="none" strike="noStrike">
              <a:solidFill>
                <a:schemeClr val="dk1"/>
              </a:solidFill>
              <a:effectLst/>
              <a:uFillTx/>
              <a:latin typeface="Arial"/>
            </a:endParaRPr>
          </a:p>
        </p:txBody>
      </p:sp>
      <p:sp>
        <p:nvSpPr>
          <p:cNvPr id="6" name="PlaceHolder 2"/>
          <p:cNvSpPr>
            <a:spLocks noGrp="1"/>
          </p:cNvSpPr>
          <p:nvPr>
            <p:ph type="body"/>
          </p:nvPr>
        </p:nvSpPr>
        <p:spPr>
          <a:xfrm>
            <a:off x="311760" y="3152160"/>
            <a:ext cx="8520120" cy="1300320"/>
          </a:xfrm>
          <a:prstGeom prst="rect">
            <a:avLst/>
          </a:prstGeom>
          <a:noFill/>
          <a:ln w="0">
            <a:noFill/>
          </a:ln>
        </p:spPr>
        <p:txBody>
          <a:bodyPr lIns="91440" tIns="91440" rIns="91440" bIns="91440" anchor="t">
            <a:normAutofit fontScale="47500" lnSpcReduction="19999"/>
          </a:bodyPr>
          <a:lstStyle>
            <a:lvl1pPr algn="l">
              <a:spcBef>
                <a:spcPts val="1417"/>
              </a:spcBef>
              <a:buClr>
                <a:srgbClr val="000000"/>
              </a:buClr>
              <a:buSzPct val="45000"/>
              <a:buFont typeface="Wingdings" charset="2"/>
              <a:buChar char=""/>
              <a:defRPr lang="en-GB"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1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914400" lvl="1" indent="-317520" algn="l">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371600" lvl="2" indent="-317520" algn="l">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828800" lvl="3" indent="-317520" algn="l">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286000" lvl="4"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743200" lvl="5"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200400" lvl="6"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7" name="PlaceHolder 3"/>
          <p:cNvSpPr>
            <a:spLocks noGrp="1"/>
          </p:cNvSpPr>
          <p:nvPr>
            <p:ph type="sldNum" idx="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5075A5E9-0421-45E2-BDD5-79280BBEAF88}"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sldNum" idx="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960B4FFF-8097-4D48-B1FF-BB5FDAF87FB6}"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a:bodyPr>
          <a:lstStyle>
            <a:lvl1pPr indent="0" algn="l">
              <a:buNone/>
              <a:defRPr lang="en-GB" sz="3600" b="0" u="none" strike="noStrike">
                <a:solidFill>
                  <a:srgbClr val="000000"/>
                </a:solidFill>
                <a:effectLst/>
                <a:uFillTx/>
                <a:latin typeface="Arial"/>
              </a:defRPr>
            </a:lvl1pPr>
          </a:lstStyle>
          <a:p>
            <a:pPr indent="0" algn="l">
              <a:buNone/>
            </a:pPr>
            <a:r>
              <a:rPr lang="en-GB" sz="3600" b="0" u="none" strike="noStrike">
                <a:solidFill>
                  <a:srgbClr val="000000"/>
                </a:solidFill>
                <a:effectLst/>
                <a:uFillTx/>
                <a:latin typeface="Arial"/>
              </a:rPr>
              <a:t>Click to edit the title text format</a:t>
            </a:r>
            <a:endParaRPr lang="en-GB" sz="3600" b="0" u="none" strike="noStrike">
              <a:solidFill>
                <a:srgbClr val="000000"/>
              </a:solidFill>
              <a:effectLst/>
              <a:uFillTx/>
              <a:latin typeface="Arial"/>
            </a:endParaRPr>
          </a:p>
        </p:txBody>
      </p:sp>
      <p:sp>
        <p:nvSpPr>
          <p:cNvPr id="10" name="PlaceHolder 2"/>
          <p:cNvSpPr>
            <a:spLocks noGrp="1"/>
          </p:cNvSpPr>
          <p:nvPr>
            <p:ph type="sldNum" idx="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B5CCEB83-3BDB-47B4-B9EE-6A904FBC98E0}"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lstStyle>
            <a:lvl1pPr indent="0" algn="l">
              <a:buNone/>
              <a:defRPr lang="en-GB" sz="2800" b="0" u="none" strike="noStrike">
                <a:solidFill>
                  <a:srgbClr val="000000"/>
                </a:solidFill>
                <a:effectLst/>
                <a:uFillTx/>
                <a:latin typeface="Arial"/>
              </a:defRPr>
            </a:lvl1pPr>
          </a:lstStyle>
          <a:p>
            <a:pPr indent="0" algn="l">
              <a:buNone/>
            </a:pPr>
            <a:r>
              <a:rPr lang="en-GB" sz="2800" b="0" u="none" strike="noStrike">
                <a:solidFill>
                  <a:srgbClr val="000000"/>
                </a:solidFill>
                <a:effectLst/>
                <a:uFillTx/>
                <a:latin typeface="Arial"/>
              </a:rPr>
              <a:t>Click to edit the title text format</a:t>
            </a:r>
            <a:endParaRPr lang="en-GB" sz="2800" b="0" u="none" strike="noStrike">
              <a:solidFill>
                <a:srgbClr val="000000"/>
              </a:solidFill>
              <a:effectLst/>
              <a:uFillTx/>
              <a:latin typeface="Arial"/>
            </a:endParaRPr>
          </a:p>
        </p:txBody>
      </p:sp>
      <p:sp>
        <p:nvSpPr>
          <p:cNvPr id="12" name="PlaceHolder 2"/>
          <p:cNvSpPr>
            <a:spLocks noGrp="1"/>
          </p:cNvSpPr>
          <p:nvPr>
            <p:ph type="body"/>
          </p:nvPr>
        </p:nvSpPr>
        <p:spPr>
          <a:xfrm>
            <a:off x="311760" y="1152360"/>
            <a:ext cx="8520120" cy="341604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GB"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1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914400" lvl="1" indent="-317520" algn="l">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371600" lvl="2" indent="-317520" algn="l">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828800" lvl="3" indent="-317520" algn="l">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286000" lvl="4"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743200" lvl="5"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200400" lvl="6"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13" name="PlaceHolder 3"/>
          <p:cNvSpPr>
            <a:spLocks noGrp="1"/>
          </p:cNvSpPr>
          <p:nvPr>
            <p:ph type="sldNum" idx="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500C5BA5-1D26-475E-BC5D-BD7CB284B916}"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lstStyle>
            <a:lvl1pPr indent="0" algn="l">
              <a:buNone/>
              <a:defRPr lang="en-GB" sz="2800" b="0" u="none" strike="noStrike">
                <a:solidFill>
                  <a:srgbClr val="000000"/>
                </a:solidFill>
                <a:effectLst/>
                <a:uFillTx/>
                <a:latin typeface="Arial"/>
              </a:defRPr>
            </a:lvl1pPr>
          </a:lstStyle>
          <a:p>
            <a:pPr indent="0" algn="l">
              <a:buNone/>
            </a:pPr>
            <a:r>
              <a:rPr lang="en-GB" sz="2800" b="0" u="none" strike="noStrike">
                <a:solidFill>
                  <a:srgbClr val="000000"/>
                </a:solidFill>
                <a:effectLst/>
                <a:uFillTx/>
                <a:latin typeface="Arial"/>
              </a:rPr>
              <a:t>Click to edit the title text format</a:t>
            </a:r>
            <a:endParaRPr lang="en-GB" sz="2800" b="0" u="none" strike="noStrike">
              <a:solidFill>
                <a:srgbClr val="000000"/>
              </a:solidFill>
              <a:effectLst/>
              <a:uFillTx/>
              <a:latin typeface="Arial"/>
            </a:endParaRPr>
          </a:p>
        </p:txBody>
      </p:sp>
      <p:sp>
        <p:nvSpPr>
          <p:cNvPr id="15" name="PlaceHolder 2"/>
          <p:cNvSpPr>
            <a:spLocks noGrp="1"/>
          </p:cNvSpPr>
          <p:nvPr>
            <p:ph type="body"/>
          </p:nvPr>
        </p:nvSpPr>
        <p:spPr>
          <a:xfrm>
            <a:off x="311760" y="1152360"/>
            <a:ext cx="3999600" cy="341604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GB"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1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1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1400" b="0" u="none" strike="noStrike">
                <a:solidFill>
                  <a:srgbClr val="000000"/>
                </a:solidFill>
                <a:effectLst/>
                <a:uFillTx/>
                <a:latin typeface="Arial"/>
              </a:defRPr>
            </a:lvl7pPr>
          </a:lstStyle>
          <a:p>
            <a:pPr marL="457200" indent="-317520" algn="l">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914400" lvl="1" indent="-304920" algn="l">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371600" lvl="2" indent="-304920" algn="l">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828800" lvl="3" indent="-304920" algn="l">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286000" lvl="4" indent="-304920" algn="l">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endParaRPr lang="en-GB" sz="1400" b="0" u="none" strike="noStrike">
              <a:solidFill>
                <a:srgbClr val="000000"/>
              </a:solidFill>
              <a:effectLst/>
              <a:uFillTx/>
              <a:latin typeface="Arial"/>
            </a:endParaRPr>
          </a:p>
          <a:p>
            <a:pPr marL="2743200" lvl="5" indent="-304920" algn="l">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endParaRPr lang="en-GB" sz="1400" b="0" u="none" strike="noStrike">
              <a:solidFill>
                <a:srgbClr val="000000"/>
              </a:solidFill>
              <a:effectLst/>
              <a:uFillTx/>
              <a:latin typeface="Arial"/>
            </a:endParaRPr>
          </a:p>
          <a:p>
            <a:pPr marL="3200400" lvl="6" indent="-304920" algn="l">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endParaRPr lang="en-GB" sz="1400" b="0" u="none" strike="noStrike">
              <a:solidFill>
                <a:srgbClr val="000000"/>
              </a:solidFill>
              <a:effectLst/>
              <a:uFillTx/>
              <a:latin typeface="Arial"/>
            </a:endParaRPr>
          </a:p>
        </p:txBody>
      </p:sp>
      <p:sp>
        <p:nvSpPr>
          <p:cNvPr id="16" name="PlaceHolder 3"/>
          <p:cNvSpPr>
            <a:spLocks noGrp="1"/>
          </p:cNvSpPr>
          <p:nvPr>
            <p:ph type="body"/>
          </p:nvPr>
        </p:nvSpPr>
        <p:spPr>
          <a:xfrm>
            <a:off x="4832280" y="1152360"/>
            <a:ext cx="3999600" cy="3416040"/>
          </a:xfrm>
          <a:prstGeom prst="rect">
            <a:avLst/>
          </a:prstGeom>
          <a:noFill/>
          <a:ln w="0">
            <a:noFill/>
          </a:ln>
        </p:spPr>
        <p:txBody>
          <a:bodyPr lIns="91440" tIns="91440" rIns="91440" bIns="91440" anchor="t">
            <a:normAutofit/>
          </a:bodyPr>
          <a:lstStyle>
            <a:lvl1pPr algn="l">
              <a:spcBef>
                <a:spcPts val="1417"/>
              </a:spcBef>
              <a:buClr>
                <a:srgbClr val="000000"/>
              </a:buClr>
              <a:buSzPct val="45000"/>
              <a:buFont typeface="Wingdings" charset="2"/>
              <a:buChar char=""/>
              <a:defRPr lang="en-GB"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1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1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1400" b="0" u="none" strike="noStrike">
                <a:solidFill>
                  <a:srgbClr val="000000"/>
                </a:solidFill>
                <a:effectLst/>
                <a:uFillTx/>
                <a:latin typeface="Arial"/>
              </a:defRPr>
            </a:lvl7pPr>
          </a:lstStyle>
          <a:p>
            <a:pPr marL="457200" indent="-317520" algn="l">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endParaRPr lang="en-GB" sz="1400" b="0" u="none" strike="noStrike">
              <a:solidFill>
                <a:srgbClr val="000000"/>
              </a:solidFill>
              <a:effectLst/>
              <a:uFillTx/>
              <a:latin typeface="Arial"/>
            </a:endParaRPr>
          </a:p>
          <a:p>
            <a:pPr marL="914400" lvl="1" indent="-304920" algn="l">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endParaRPr lang="en-GB" sz="1400" b="0" u="none" strike="noStrike">
              <a:solidFill>
                <a:srgbClr val="000000"/>
              </a:solidFill>
              <a:effectLst/>
              <a:uFillTx/>
              <a:latin typeface="Arial"/>
            </a:endParaRPr>
          </a:p>
          <a:p>
            <a:pPr marL="1371600" lvl="2" indent="-304920" algn="l">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endParaRPr lang="en-GB" sz="1400" b="0" u="none" strike="noStrike">
              <a:solidFill>
                <a:srgbClr val="000000"/>
              </a:solidFill>
              <a:effectLst/>
              <a:uFillTx/>
              <a:latin typeface="Arial"/>
            </a:endParaRPr>
          </a:p>
          <a:p>
            <a:pPr marL="1828800" lvl="3" indent="-304920" algn="l">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endParaRPr lang="en-GB" sz="1400" b="0" u="none" strike="noStrike">
              <a:solidFill>
                <a:srgbClr val="000000"/>
              </a:solidFill>
              <a:effectLst/>
              <a:uFillTx/>
              <a:latin typeface="Arial"/>
            </a:endParaRPr>
          </a:p>
          <a:p>
            <a:pPr marL="2286000" lvl="4" indent="-304920" algn="l">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endParaRPr lang="en-GB" sz="1400" b="0" u="none" strike="noStrike">
              <a:solidFill>
                <a:srgbClr val="000000"/>
              </a:solidFill>
              <a:effectLst/>
              <a:uFillTx/>
              <a:latin typeface="Arial"/>
            </a:endParaRPr>
          </a:p>
          <a:p>
            <a:pPr marL="2743200" lvl="5" indent="-304920" algn="l">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endParaRPr lang="en-GB" sz="1400" b="0" u="none" strike="noStrike">
              <a:solidFill>
                <a:srgbClr val="000000"/>
              </a:solidFill>
              <a:effectLst/>
              <a:uFillTx/>
              <a:latin typeface="Arial"/>
            </a:endParaRPr>
          </a:p>
          <a:p>
            <a:pPr marL="3200400" lvl="6" indent="-304920" algn="l">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endParaRPr lang="en-GB" sz="1400" b="0" u="none" strike="noStrike">
              <a:solidFill>
                <a:srgbClr val="000000"/>
              </a:solidFill>
              <a:effectLst/>
              <a:uFillTx/>
              <a:latin typeface="Arial"/>
            </a:endParaRPr>
          </a:p>
        </p:txBody>
      </p:sp>
      <p:sp>
        <p:nvSpPr>
          <p:cNvPr id="17" name="PlaceHolder 4"/>
          <p:cNvSpPr>
            <a:spLocks noGrp="1"/>
          </p:cNvSpPr>
          <p:nvPr>
            <p:ph type="sldNum" idx="6"/>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0BFEF929-4CEF-4146-A8B0-373802CBB11B}"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lstStyle>
            <a:lvl1pPr indent="0" algn="l">
              <a:buNone/>
              <a:defRPr lang="en-GB" sz="2800" b="0" u="none" strike="noStrike">
                <a:solidFill>
                  <a:srgbClr val="000000"/>
                </a:solidFill>
                <a:effectLst/>
                <a:uFillTx/>
                <a:latin typeface="Arial"/>
              </a:defRPr>
            </a:lvl1pPr>
          </a:lstStyle>
          <a:p>
            <a:pPr indent="0" algn="l">
              <a:buNone/>
            </a:pPr>
            <a:r>
              <a:rPr lang="en-GB" sz="2800" b="0" u="none" strike="noStrike">
                <a:solidFill>
                  <a:srgbClr val="000000"/>
                </a:solidFill>
                <a:effectLst/>
                <a:uFillTx/>
                <a:latin typeface="Arial"/>
              </a:rPr>
              <a:t>Click to edit the title text format</a:t>
            </a:r>
            <a:endParaRPr lang="en-GB" sz="2800" b="0" u="none" strike="noStrike">
              <a:solidFill>
                <a:srgbClr val="000000"/>
              </a:solidFill>
              <a:effectLst/>
              <a:uFillTx/>
              <a:latin typeface="Arial"/>
            </a:endParaRPr>
          </a:p>
        </p:txBody>
      </p:sp>
      <p:sp>
        <p:nvSpPr>
          <p:cNvPr id="19" name="PlaceHolder 2"/>
          <p:cNvSpPr>
            <a:spLocks noGrp="1"/>
          </p:cNvSpPr>
          <p:nvPr>
            <p:ph type="sldNum" idx="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FB5C028A-39E6-4A7E-AC00-3C134820502D}"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311760" y="555480"/>
            <a:ext cx="2807640" cy="755280"/>
          </a:xfrm>
          <a:prstGeom prst="rect">
            <a:avLst/>
          </a:prstGeom>
          <a:noFill/>
          <a:ln w="0">
            <a:noFill/>
          </a:ln>
        </p:spPr>
        <p:txBody>
          <a:bodyPr lIns="91440" tIns="91440" rIns="91440" bIns="91440" anchor="b">
            <a:normAutofit fontScale="85000" lnSpcReduction="9999"/>
          </a:bodyPr>
          <a:lstStyle>
            <a:lvl1pPr indent="0" algn="l">
              <a:buNone/>
              <a:defRPr lang="en-GB" sz="2400" b="0" u="none" strike="noStrike">
                <a:solidFill>
                  <a:srgbClr val="000000"/>
                </a:solidFill>
                <a:effectLst/>
                <a:uFillTx/>
                <a:latin typeface="Arial"/>
              </a:defRPr>
            </a:lvl1pPr>
          </a:lstStyle>
          <a:p>
            <a:pPr indent="0" algn="l">
              <a:buNone/>
            </a:pPr>
            <a:r>
              <a:rPr lang="en-GB" sz="2400" b="0" u="none" strike="noStrike">
                <a:solidFill>
                  <a:srgbClr val="000000"/>
                </a:solidFill>
                <a:effectLst/>
                <a:uFillTx/>
                <a:latin typeface="Arial"/>
              </a:rPr>
              <a:t>Click to edit the title text format</a:t>
            </a:r>
            <a:endParaRPr lang="en-GB" sz="2400" b="0" u="none" strike="noStrike">
              <a:solidFill>
                <a:srgbClr val="000000"/>
              </a:solidFill>
              <a:effectLst/>
              <a:uFillTx/>
              <a:latin typeface="Arial"/>
            </a:endParaRPr>
          </a:p>
        </p:txBody>
      </p:sp>
      <p:sp>
        <p:nvSpPr>
          <p:cNvPr id="21" name="PlaceHolder 2"/>
          <p:cNvSpPr>
            <a:spLocks noGrp="1"/>
          </p:cNvSpPr>
          <p:nvPr>
            <p:ph type="body"/>
          </p:nvPr>
        </p:nvSpPr>
        <p:spPr>
          <a:xfrm>
            <a:off x="311760" y="1389600"/>
            <a:ext cx="2807640" cy="3179160"/>
          </a:xfrm>
          <a:prstGeom prst="rect">
            <a:avLst/>
          </a:prstGeom>
          <a:noFill/>
          <a:ln w="0">
            <a:noFill/>
          </a:ln>
        </p:spPr>
        <p:txBody>
          <a:bodyPr lIns="91440" tIns="91440" rIns="91440" bIns="91440" anchor="t">
            <a:normAutofit fontScale="32500" lnSpcReduction="19999"/>
          </a:bodyPr>
          <a:lstStyle>
            <a:lvl1pPr algn="l">
              <a:spcBef>
                <a:spcPts val="1417"/>
              </a:spcBef>
              <a:buClr>
                <a:srgbClr val="000000"/>
              </a:buClr>
              <a:buSzPct val="45000"/>
              <a:buFont typeface="Wingdings" charset="2"/>
              <a:buChar char=""/>
              <a:defRPr lang="en-GB" sz="1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1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1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1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1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1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1200" b="0" u="none" strike="noStrike">
                <a:solidFill>
                  <a:srgbClr val="000000"/>
                </a:solidFill>
                <a:effectLst/>
                <a:uFillTx/>
                <a:latin typeface="Arial"/>
              </a:defRPr>
            </a:lvl7pPr>
          </a:lstStyle>
          <a:p>
            <a:pPr marL="457200" indent="-304920" algn="l">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endParaRPr lang="en-GB" sz="1200" b="0" u="none" strike="noStrike">
              <a:solidFill>
                <a:srgbClr val="000000"/>
              </a:solidFill>
              <a:effectLst/>
              <a:uFillTx/>
              <a:latin typeface="Arial"/>
            </a:endParaRPr>
          </a:p>
          <a:p>
            <a:pPr marL="914400" lvl="1" indent="-304920" algn="l">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endParaRPr lang="en-GB" sz="1200" b="0" u="none" strike="noStrike">
              <a:solidFill>
                <a:srgbClr val="000000"/>
              </a:solidFill>
              <a:effectLst/>
              <a:uFillTx/>
              <a:latin typeface="Arial"/>
            </a:endParaRPr>
          </a:p>
          <a:p>
            <a:pPr marL="1371600" lvl="2" indent="-304920" algn="l">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endParaRPr lang="en-GB" sz="1200" b="0" u="none" strike="noStrike">
              <a:solidFill>
                <a:srgbClr val="000000"/>
              </a:solidFill>
              <a:effectLst/>
              <a:uFillTx/>
              <a:latin typeface="Arial"/>
            </a:endParaRPr>
          </a:p>
          <a:p>
            <a:pPr marL="1828800" lvl="3" indent="-304920" algn="l">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endParaRPr lang="en-GB" sz="1200" b="0" u="none" strike="noStrike">
              <a:solidFill>
                <a:srgbClr val="000000"/>
              </a:solidFill>
              <a:effectLst/>
              <a:uFillTx/>
              <a:latin typeface="Arial"/>
            </a:endParaRPr>
          </a:p>
          <a:p>
            <a:pPr marL="2286000" lvl="4" indent="-304920" algn="l">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endParaRPr lang="en-GB" sz="1200" b="0" u="none" strike="noStrike">
              <a:solidFill>
                <a:srgbClr val="000000"/>
              </a:solidFill>
              <a:effectLst/>
              <a:uFillTx/>
              <a:latin typeface="Arial"/>
            </a:endParaRPr>
          </a:p>
          <a:p>
            <a:pPr marL="2743200" lvl="5" indent="-304920" algn="l">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endParaRPr lang="en-GB" sz="1200" b="0" u="none" strike="noStrike">
              <a:solidFill>
                <a:srgbClr val="000000"/>
              </a:solidFill>
              <a:effectLst/>
              <a:uFillTx/>
              <a:latin typeface="Arial"/>
            </a:endParaRPr>
          </a:p>
          <a:p>
            <a:pPr marL="3200400" lvl="6" indent="-304920" algn="l">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endParaRPr lang="en-GB" sz="1200" b="0" u="none" strike="noStrike">
              <a:solidFill>
                <a:srgbClr val="000000"/>
              </a:solidFill>
              <a:effectLst/>
              <a:uFillTx/>
              <a:latin typeface="Arial"/>
            </a:endParaRPr>
          </a:p>
        </p:txBody>
      </p:sp>
      <p:sp>
        <p:nvSpPr>
          <p:cNvPr id="22" name="PlaceHolder 3"/>
          <p:cNvSpPr>
            <a:spLocks noGrp="1"/>
          </p:cNvSpPr>
          <p:nvPr>
            <p:ph type="sldNum" idx="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D984BD6C-1187-42EB-8DA5-75267C5B99E8}"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90320" y="450000"/>
            <a:ext cx="6367320" cy="4090320"/>
          </a:xfrm>
          <a:prstGeom prst="rect">
            <a:avLst/>
          </a:prstGeom>
          <a:noFill/>
          <a:ln w="0">
            <a:noFill/>
          </a:ln>
        </p:spPr>
        <p:txBody>
          <a:bodyPr lIns="91440" tIns="91440" rIns="91440" bIns="91440" anchor="ctr">
            <a:normAutofit/>
          </a:bodyPr>
          <a:lstStyle>
            <a:lvl1pPr indent="0" algn="l">
              <a:buNone/>
              <a:defRPr lang="en-GB" sz="4800" b="0" u="none" strike="noStrike">
                <a:solidFill>
                  <a:srgbClr val="000000"/>
                </a:solidFill>
                <a:effectLst/>
                <a:uFillTx/>
                <a:latin typeface="Arial"/>
              </a:defRPr>
            </a:lvl1pPr>
          </a:lstStyle>
          <a:p>
            <a:pPr indent="0" algn="l">
              <a:buNone/>
            </a:pPr>
            <a:r>
              <a:rPr lang="en-GB" sz="4800" b="0" u="none" strike="noStrike">
                <a:solidFill>
                  <a:srgbClr val="000000"/>
                </a:solidFill>
                <a:effectLst/>
                <a:uFillTx/>
                <a:latin typeface="Arial"/>
              </a:rPr>
              <a:t>Click to edit the title text format</a:t>
            </a:r>
            <a:endParaRPr lang="en-GB" sz="4800" b="0" u="none" strike="noStrike">
              <a:solidFill>
                <a:srgbClr val="000000"/>
              </a:solidFill>
              <a:effectLst/>
              <a:uFillTx/>
              <a:latin typeface="Arial"/>
            </a:endParaRPr>
          </a:p>
        </p:txBody>
      </p:sp>
      <p:sp>
        <p:nvSpPr>
          <p:cNvPr id="24" name="PlaceHolder 2"/>
          <p:cNvSpPr>
            <a:spLocks noGrp="1"/>
          </p:cNvSpPr>
          <p:nvPr>
            <p:ph type="sldNum" idx="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E036230-B87B-463D-8647-39D33E2A9A0C}"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25" name="Google Shape;36;p9"/>
          <p:cNvSpPr/>
          <p:nvPr/>
        </p:nvSpPr>
        <p:spPr>
          <a:xfrm>
            <a:off x="457200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endParaRPr lang="en-GB" sz="1400" b="0" u="none" strike="noStrike">
              <a:solidFill>
                <a:srgbClr val="000000"/>
              </a:solidFill>
              <a:effectLst/>
              <a:uFillTx/>
              <a:latin typeface="Arial"/>
            </a:endParaRPr>
          </a:p>
        </p:txBody>
      </p:sp>
      <p:sp>
        <p:nvSpPr>
          <p:cNvPr id="26" name="PlaceHolder 1"/>
          <p:cNvSpPr>
            <a:spLocks noGrp="1"/>
          </p:cNvSpPr>
          <p:nvPr>
            <p:ph type="title"/>
          </p:nvPr>
        </p:nvSpPr>
        <p:spPr>
          <a:xfrm>
            <a:off x="265680" y="1233000"/>
            <a:ext cx="4044960" cy="1482120"/>
          </a:xfrm>
          <a:prstGeom prst="rect">
            <a:avLst/>
          </a:prstGeom>
          <a:noFill/>
          <a:ln w="0">
            <a:noFill/>
          </a:ln>
        </p:spPr>
        <p:txBody>
          <a:bodyPr lIns="91440" tIns="91440" rIns="91440" bIns="91440" anchor="b">
            <a:normAutofit/>
          </a:bodyPr>
          <a:lstStyle>
            <a:lvl1pPr indent="0" algn="l">
              <a:buNone/>
              <a:defRPr lang="en-GB" sz="4200" b="0" u="none" strike="noStrike">
                <a:solidFill>
                  <a:srgbClr val="000000"/>
                </a:solidFill>
                <a:effectLst/>
                <a:uFillTx/>
                <a:latin typeface="Arial"/>
              </a:defRPr>
            </a:lvl1pPr>
          </a:lstStyle>
          <a:p>
            <a:pPr indent="0" algn="l">
              <a:buNone/>
            </a:pPr>
            <a:r>
              <a:rPr lang="en-GB" sz="4200" b="0" u="none" strike="noStrike">
                <a:solidFill>
                  <a:srgbClr val="000000"/>
                </a:solidFill>
                <a:effectLst/>
                <a:uFillTx/>
                <a:latin typeface="Arial"/>
              </a:rPr>
              <a:t>Click to edit the title text format</a:t>
            </a:r>
            <a:endParaRPr lang="en-GB" sz="4200" b="0" u="none" strike="noStrike">
              <a:solidFill>
                <a:srgbClr val="000000"/>
              </a:solidFill>
              <a:effectLst/>
              <a:uFillTx/>
              <a:latin typeface="Arial"/>
            </a:endParaRPr>
          </a:p>
        </p:txBody>
      </p:sp>
      <p:sp>
        <p:nvSpPr>
          <p:cNvPr id="27" name="PlaceHolder 2"/>
          <p:cNvSpPr>
            <a:spLocks noGrp="1"/>
          </p:cNvSpPr>
          <p:nvPr>
            <p:ph type="body"/>
          </p:nvPr>
        </p:nvSpPr>
        <p:spPr>
          <a:xfrm>
            <a:off x="4939560" y="723960"/>
            <a:ext cx="3836520" cy="3694680"/>
          </a:xfrm>
          <a:prstGeom prst="rect">
            <a:avLst/>
          </a:prstGeom>
          <a:noFill/>
          <a:ln w="0">
            <a:noFill/>
          </a:ln>
        </p:spPr>
        <p:txBody>
          <a:bodyPr lIns="91440" tIns="91440" rIns="91440" bIns="91440" anchor="ctr">
            <a:normAutofit fontScale="85000" lnSpcReduction="9999"/>
          </a:bodyPr>
          <a:lstStyle>
            <a:lvl1pPr algn="l">
              <a:spcBef>
                <a:spcPts val="1417"/>
              </a:spcBef>
              <a:buClr>
                <a:srgbClr val="000000"/>
              </a:buClr>
              <a:buSzPct val="45000"/>
              <a:buFont typeface="Wingdings" charset="2"/>
              <a:buChar char=""/>
              <a:defRPr lang="en-GB"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18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914400" lvl="1" indent="-317520" algn="l">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371600" lvl="2" indent="-317520" algn="l">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828800" lvl="3" indent="-317520" algn="l">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286000" lvl="4"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743200" lvl="5"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200400" lvl="6"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28" name="PlaceHolder 3"/>
          <p:cNvSpPr>
            <a:spLocks noGrp="1"/>
          </p:cNvSpPr>
          <p:nvPr>
            <p:ph type="sldNum" idx="10"/>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78883FC7-52E8-45E1-B27C-18B060F830AA}"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body"/>
          </p:nvPr>
        </p:nvSpPr>
        <p:spPr>
          <a:xfrm>
            <a:off x="311760" y="4230720"/>
            <a:ext cx="5998320" cy="604800"/>
          </a:xfrm>
          <a:prstGeom prst="rect">
            <a:avLst/>
          </a:prstGeom>
          <a:noFill/>
          <a:ln w="0">
            <a:noFill/>
          </a:ln>
        </p:spPr>
        <p:txBody>
          <a:bodyPr lIns="91440" tIns="91440" rIns="91440" bIns="91440" anchor="ctr">
            <a:normAutofit fontScale="25000" lnSpcReduction="19999"/>
          </a:bodyPr>
          <a:lstStyle>
            <a:lvl1pPr algn="l">
              <a:spcBef>
                <a:spcPts val="1417"/>
              </a:spcBef>
              <a:buClr>
                <a:srgbClr val="000000"/>
              </a:buClr>
              <a:buSzPct val="45000"/>
              <a:buFont typeface="Wingdings" charset="2"/>
              <a:buChar char=""/>
              <a:defRPr lang="en-GB"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GB"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GB"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GB"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GB"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GB"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GB" sz="1800" b="0" u="none" strike="noStrike">
                <a:solidFill>
                  <a:srgbClr val="000000"/>
                </a:solidFill>
                <a:effectLst/>
                <a:uFillTx/>
                <a:latin typeface="Arial"/>
              </a:defRPr>
            </a:lvl7pPr>
          </a:lstStyle>
          <a:p>
            <a:pPr marL="457200" indent="-228600" algn="l">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endParaRPr lang="en-GB" sz="1800" b="0" u="none" strike="noStrike">
              <a:solidFill>
                <a:srgbClr val="000000"/>
              </a:solidFill>
              <a:effectLst/>
              <a:uFillTx/>
              <a:latin typeface="Arial"/>
            </a:endParaRPr>
          </a:p>
          <a:p>
            <a:pPr marL="914400" lvl="1" indent="-317520" algn="l">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endParaRPr lang="en-GB" sz="1800" b="0" u="none" strike="noStrike">
              <a:solidFill>
                <a:srgbClr val="000000"/>
              </a:solidFill>
              <a:effectLst/>
              <a:uFillTx/>
              <a:latin typeface="Arial"/>
            </a:endParaRPr>
          </a:p>
          <a:p>
            <a:pPr marL="1371600" lvl="2" indent="-317520" algn="l">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endParaRPr lang="en-GB" sz="1800" b="0" u="none" strike="noStrike">
              <a:solidFill>
                <a:srgbClr val="000000"/>
              </a:solidFill>
              <a:effectLst/>
              <a:uFillTx/>
              <a:latin typeface="Arial"/>
            </a:endParaRPr>
          </a:p>
          <a:p>
            <a:pPr marL="1828800" lvl="3" indent="-317520" algn="l">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endParaRPr lang="en-GB" sz="1800" b="0" u="none" strike="noStrike">
              <a:solidFill>
                <a:srgbClr val="000000"/>
              </a:solidFill>
              <a:effectLst/>
              <a:uFillTx/>
              <a:latin typeface="Arial"/>
            </a:endParaRPr>
          </a:p>
          <a:p>
            <a:pPr marL="2286000" lvl="4"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endParaRPr lang="en-GB" sz="1800" b="0" u="none" strike="noStrike">
              <a:solidFill>
                <a:srgbClr val="000000"/>
              </a:solidFill>
              <a:effectLst/>
              <a:uFillTx/>
              <a:latin typeface="Arial"/>
            </a:endParaRPr>
          </a:p>
          <a:p>
            <a:pPr marL="2743200" lvl="5"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endParaRPr lang="en-GB" sz="1800" b="0" u="none" strike="noStrike">
              <a:solidFill>
                <a:srgbClr val="000000"/>
              </a:solidFill>
              <a:effectLst/>
              <a:uFillTx/>
              <a:latin typeface="Arial"/>
            </a:endParaRPr>
          </a:p>
          <a:p>
            <a:pPr marL="3200400" lvl="6" indent="-317520" algn="l">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endParaRPr lang="en-GB" sz="1800" b="0" u="none" strike="noStrike">
              <a:solidFill>
                <a:srgbClr val="000000"/>
              </a:solidFill>
              <a:effectLst/>
              <a:uFillTx/>
              <a:latin typeface="Arial"/>
            </a:endParaRPr>
          </a:p>
        </p:txBody>
      </p:sp>
      <p:sp>
        <p:nvSpPr>
          <p:cNvPr id="30" name="PlaceHolder 2"/>
          <p:cNvSpPr>
            <a:spLocks noGrp="1"/>
          </p:cNvSpPr>
          <p:nvPr>
            <p:ph type="sldNum" idx="1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 sz="1000" b="0" u="none" strike="noStrike">
                <a:solidFill>
                  <a:schemeClr val="dk2"/>
                </a:solidFill>
                <a:effectLst/>
                <a:uFillTx/>
                <a:latin typeface="Arial"/>
                <a:ea typeface="Arial"/>
              </a:defRPr>
            </a:lvl1pPr>
          </a:lstStyle>
          <a:p>
            <a:pPr indent="0" algn="r">
              <a:lnSpc>
                <a:spcPct val="100000"/>
              </a:lnSpc>
              <a:buNone/>
              <a:tabLst>
                <a:tab pos="0" algn="l"/>
              </a:tabLst>
            </a:pPr>
            <a:fld id="{1B81CC3F-9A07-4A5A-8F84-623C69391818}" type="slidenum">
              <a:rPr lang="en" sz="1000" b="0" u="none" strike="noStrike">
                <a:solidFill>
                  <a:schemeClr val="dk2"/>
                </a:solidFill>
                <a:effectLst/>
                <a:uFillTx/>
                <a:latin typeface="Arial"/>
                <a:ea typeface="Arial"/>
              </a:rPr>
              <a:t>&lt;number&gt;</a:t>
            </a:fld>
            <a:endParaRPr lang="en-GB" sz="1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311760" y="744480"/>
            <a:ext cx="8520120" cy="2052360"/>
          </a:xfrm>
          <a:prstGeom prst="rect">
            <a:avLst/>
          </a:prstGeom>
          <a:noFill/>
          <a:ln w="0">
            <a:noFill/>
          </a:ln>
        </p:spPr>
        <p:txBody>
          <a:bodyPr lIns="91440" tIns="91440" rIns="91440" bIns="91440" anchor="b">
            <a:normAutofit fontScale="85000" lnSpcReduction="9999"/>
          </a:bodyPr>
          <a:p>
            <a:pPr indent="0" algn="ctr">
              <a:lnSpc>
                <a:spcPct val="100000"/>
              </a:lnSpc>
              <a:buNone/>
              <a:tabLst>
                <a:tab pos="0" algn="l"/>
              </a:tabLst>
            </a:pPr>
            <a:r>
              <a:rPr lang="en" sz="5200" b="0" u="none" strike="noStrike">
                <a:solidFill>
                  <a:schemeClr val="dk1"/>
                </a:solidFill>
                <a:effectLst/>
                <a:uFillTx/>
                <a:latin typeface="Arial"/>
                <a:ea typeface="Arial"/>
              </a:rPr>
              <a:t>REV vs WCP/CTRE motors/motor controllers and the basics of how to use them.</a:t>
            </a:r>
            <a:endParaRPr lang="en-GB" sz="5200" b="0" u="none" strike="noStrike">
              <a:solidFill>
                <a:srgbClr val="000000"/>
              </a:solidFill>
              <a:effectLst/>
              <a:uFillTx/>
              <a:latin typeface="Arial"/>
            </a:endParaRPr>
          </a:p>
        </p:txBody>
      </p:sp>
      <p:sp>
        <p:nvSpPr>
          <p:cNvPr id="38" name="PlaceHolder 2"/>
          <p:cNvSpPr>
            <a:spLocks noGrp="1"/>
          </p:cNvSpPr>
          <p:nvPr>
            <p:ph type="subTitle"/>
          </p:nvPr>
        </p:nvSpPr>
        <p:spPr>
          <a:xfrm>
            <a:off x="311760" y="2834280"/>
            <a:ext cx="8520120" cy="792360"/>
          </a:xfrm>
          <a:prstGeom prst="rect">
            <a:avLst/>
          </a:prstGeom>
          <a:noFill/>
          <a:ln w="0">
            <a:noFill/>
          </a:ln>
        </p:spPr>
        <p:txBody>
          <a:bodyPr lIns="91440" tIns="91440" rIns="91440" bIns="91440" anchor="t">
            <a:normAutofit/>
          </a:bodyPr>
          <a:p>
            <a:pPr indent="0" algn="ctr">
              <a:lnSpc>
                <a:spcPct val="100000"/>
              </a:lnSpc>
              <a:buNone/>
              <a:tabLst>
                <a:tab pos="0" algn="l"/>
              </a:tabLst>
            </a:pPr>
            <a:r>
              <a:rPr lang="en" sz="2800" b="0" u="none" strike="noStrike">
                <a:solidFill>
                  <a:schemeClr val="dk2"/>
                </a:solidFill>
                <a:effectLst/>
                <a:uFillTx/>
                <a:latin typeface="Arial"/>
                <a:ea typeface="Arial"/>
              </a:rPr>
              <a:t>Martin (1086) &amp; Enoch (10257)</a:t>
            </a:r>
            <a:endParaRPr lang="en-GB" sz="2800" b="0" u="none" strike="noStrike">
              <a:solidFill>
                <a:srgbClr val="000000"/>
              </a:solidFill>
              <a:effectLst/>
              <a:uFillTx/>
              <a:latin typeface="Arial"/>
            </a:endParaRPr>
          </a:p>
        </p:txBody>
      </p:sp>
      <p:sp>
        <p:nvSpPr>
          <p:cNvPr id="39" name="Google Shape;56;p13"/>
          <p:cNvSpPr/>
          <p:nvPr/>
        </p:nvSpPr>
        <p:spPr>
          <a:xfrm>
            <a:off x="0" y="4303800"/>
            <a:ext cx="9143640" cy="780120"/>
          </a:xfrm>
          <a:prstGeom prst="rect">
            <a:avLst/>
          </a:prstGeom>
          <a:noFill/>
          <a:ln w="0">
            <a:noFill/>
          </a:ln>
        </p:spPr>
        <p:style>
          <a:lnRef idx="0"/>
          <a:fillRef idx="0"/>
          <a:effectRef idx="0"/>
          <a:fontRef idx="minor"/>
        </p:style>
        <p:txBody>
          <a:bodyPr tIns="91440" bIns="91440" anchor="t">
            <a:spAutoFit/>
          </a:bodyPr>
          <a:p>
            <a:pPr algn="ctr">
              <a:lnSpc>
                <a:spcPct val="115000"/>
              </a:lnSpc>
              <a:spcAft>
                <a:spcPts val="1199"/>
              </a:spcAft>
              <a:tabLst>
                <a:tab pos="0" algn="l"/>
              </a:tabLst>
            </a:pPr>
            <a:r>
              <a:rPr lang="en" sz="1800" b="1" u="none" strike="noStrike">
                <a:solidFill>
                  <a:schemeClr val="dk2"/>
                </a:solidFill>
                <a:effectLst/>
                <a:uFillTx/>
                <a:latin typeface="Arial"/>
                <a:ea typeface="Arial"/>
              </a:rPr>
              <a:t>All information here is relevant to the 2026 season, and subject to change in 2027 when SystemCore comes out.</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REV, CTRE &amp; WCP - Product Line Highlight</a:t>
            </a:r>
            <a:endParaRPr lang="en-GB" sz="2800" b="0" u="none" strike="noStrike">
              <a:solidFill>
                <a:srgbClr val="000000"/>
              </a:solidFill>
              <a:effectLst/>
              <a:uFillTx/>
              <a:latin typeface="Arial"/>
            </a:endParaRPr>
          </a:p>
        </p:txBody>
      </p:sp>
      <p:sp>
        <p:nvSpPr>
          <p:cNvPr id="41" name="PlaceHolder 2"/>
          <p:cNvSpPr>
            <a:spLocks noGrp="1"/>
          </p:cNvSpPr>
          <p:nvPr>
            <p:ph/>
          </p:nvPr>
        </p:nvSpPr>
        <p:spPr>
          <a:xfrm>
            <a:off x="311760" y="1152360"/>
            <a:ext cx="8520120" cy="3723480"/>
          </a:xfrm>
          <a:prstGeom prst="rect">
            <a:avLst/>
          </a:prstGeom>
          <a:noFill/>
          <a:ln w="0">
            <a:noFill/>
          </a:ln>
        </p:spPr>
        <p:txBody>
          <a:bodyPr lIns="91440" tIns="91440" rIns="91440" bIns="91440" anchor="t">
            <a:normAutofit/>
          </a:bodyPr>
          <a:p>
            <a:pPr indent="0" algn="l">
              <a:lnSpc>
                <a:spcPct val="115000"/>
              </a:lnSpc>
              <a:buNone/>
              <a:tabLst>
                <a:tab pos="0" algn="l"/>
              </a:tabLst>
            </a:pPr>
            <a:r>
              <a:rPr lang="en" sz="1800" b="0" u="none" strike="noStrike">
                <a:solidFill>
                  <a:schemeClr val="dk2"/>
                </a:solidFill>
                <a:effectLst/>
                <a:uFillTx/>
                <a:latin typeface="Arial"/>
                <a:ea typeface="Arial"/>
              </a:rPr>
              <a:t>REV Robotics</a:t>
            </a:r>
            <a:endParaRPr lang="en-GB" sz="1800" b="0" u="none" strike="noStrike">
              <a:solidFill>
                <a:srgbClr val="000000"/>
              </a:solidFill>
              <a:effectLst/>
              <a:uFillTx/>
              <a:latin typeface="Arial"/>
            </a:endParaRPr>
          </a:p>
          <a:p>
            <a:pPr marL="457200" indent="-343080" algn="l">
              <a:lnSpc>
                <a:spcPct val="115000"/>
              </a:lnSpc>
              <a:spcBef>
                <a:spcPts val="1199"/>
              </a:spcBef>
              <a:buClr>
                <a:srgbClr val="595959"/>
              </a:buClr>
              <a:buFont typeface="Arial"/>
              <a:buChar char="-"/>
              <a:tabLst>
                <a:tab pos="0" algn="l"/>
              </a:tabLst>
            </a:pPr>
            <a:r>
              <a:rPr lang="en" sz="1800" b="0" u="none" strike="noStrike">
                <a:solidFill>
                  <a:schemeClr val="dk2"/>
                </a:solidFill>
                <a:effectLst/>
                <a:uFillTx/>
                <a:latin typeface="Arial"/>
                <a:ea typeface="Arial"/>
              </a:rPr>
              <a:t>Engineers &amp; assembles Spark series of standalone motor controllers</a:t>
            </a:r>
            <a:endParaRPr lang="en-GB" sz="1800" b="0" u="none" strike="noStrike">
              <a:solidFill>
                <a:srgbClr val="000000"/>
              </a:solidFill>
              <a:effectLst/>
              <a:uFillTx/>
              <a:latin typeface="Arial"/>
            </a:endParaRPr>
          </a:p>
          <a:p>
            <a:pPr marL="457200" indent="-34308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Builds &amp; designs the Neo series of brushless dc motors.</a:t>
            </a:r>
            <a:endParaRPr lang="en-GB" sz="1800" b="0" u="none" strike="noStrike">
              <a:solidFill>
                <a:srgbClr val="000000"/>
              </a:solidFill>
              <a:effectLst/>
              <a:uFillTx/>
              <a:latin typeface="Arial"/>
            </a:endParaRPr>
          </a:p>
          <a:p>
            <a:pPr indent="0" algn="l">
              <a:lnSpc>
                <a:spcPct val="115000"/>
              </a:lnSpc>
              <a:spcBef>
                <a:spcPts val="1199"/>
              </a:spcBef>
              <a:buNone/>
              <a:tabLst>
                <a:tab pos="0" algn="l"/>
              </a:tabLst>
            </a:pPr>
            <a:r>
              <a:rPr lang="en" sz="1800" b="0" u="none" strike="noStrike">
                <a:solidFill>
                  <a:schemeClr val="dk2"/>
                </a:solidFill>
                <a:effectLst/>
                <a:uFillTx/>
                <a:latin typeface="Arial"/>
                <a:ea typeface="Arial"/>
              </a:rPr>
              <a:t>CTRE (Cross the Road Electronics)</a:t>
            </a:r>
            <a:endParaRPr lang="en-GB" sz="1800" b="0" u="none" strike="noStrike">
              <a:solidFill>
                <a:srgbClr val="000000"/>
              </a:solidFill>
              <a:effectLst/>
              <a:uFillTx/>
              <a:latin typeface="Arial"/>
            </a:endParaRPr>
          </a:p>
          <a:p>
            <a:pPr marL="457200" indent="-343080" algn="l">
              <a:lnSpc>
                <a:spcPct val="115000"/>
              </a:lnSpc>
              <a:spcBef>
                <a:spcPts val="1199"/>
              </a:spcBef>
              <a:buClr>
                <a:srgbClr val="595959"/>
              </a:buClr>
              <a:buFont typeface="Arial"/>
              <a:buChar char="-"/>
              <a:tabLst>
                <a:tab pos="0" algn="l"/>
              </a:tabLst>
            </a:pPr>
            <a:r>
              <a:rPr lang="en" sz="1800" b="0" u="none" strike="noStrike">
                <a:solidFill>
                  <a:schemeClr val="dk2"/>
                </a:solidFill>
                <a:effectLst/>
                <a:uFillTx/>
                <a:latin typeface="Arial"/>
                <a:ea typeface="Arial"/>
              </a:rPr>
              <a:t>Created the TalonFX Integrated motor controller</a:t>
            </a:r>
            <a:endParaRPr lang="en-GB" sz="1800" b="0" u="none" strike="noStrike">
              <a:solidFill>
                <a:srgbClr val="000000"/>
              </a:solidFill>
              <a:effectLst/>
              <a:uFillTx/>
              <a:latin typeface="Arial"/>
            </a:endParaRPr>
          </a:p>
          <a:p>
            <a:pPr marL="457200" indent="-34308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TalonFX is used in the Kraken x44, x60 by WCP (West Coast Products), and Falcon 500 by VEX Robotics.</a:t>
            </a:r>
            <a:endParaRPr lang="en-GB" sz="1800" b="0" u="none" strike="noStrike">
              <a:solidFill>
                <a:srgbClr val="000000"/>
              </a:solidFill>
              <a:effectLst/>
              <a:uFillTx/>
              <a:latin typeface="Arial"/>
            </a:endParaRPr>
          </a:p>
          <a:p>
            <a:pPr marL="457200" indent="-34308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Also designed the TalonFXS Standalone motor controller.</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Benefits of REV/CTRE Motors/Motor Controllers</a:t>
            </a:r>
            <a:endParaRPr lang="en-GB" sz="2800" b="0" u="none" strike="noStrike">
              <a:solidFill>
                <a:srgbClr val="000000"/>
              </a:solidFill>
              <a:effectLst/>
              <a:uFillTx/>
              <a:latin typeface="Arial"/>
            </a:endParaRPr>
          </a:p>
        </p:txBody>
      </p:sp>
      <p:sp>
        <p:nvSpPr>
          <p:cNvPr id="43" name="PlaceHolder 2"/>
          <p:cNvSpPr>
            <a:spLocks noGrp="1"/>
          </p:cNvSpPr>
          <p:nvPr>
            <p:ph/>
          </p:nvPr>
        </p:nvSpPr>
        <p:spPr>
          <a:xfrm>
            <a:off x="320400" y="1152360"/>
            <a:ext cx="4259880" cy="3990600"/>
          </a:xfrm>
          <a:prstGeom prst="rect">
            <a:avLst/>
          </a:prstGeom>
          <a:noFill/>
          <a:ln w="0">
            <a:noFill/>
          </a:ln>
        </p:spPr>
        <p:txBody>
          <a:bodyPr lIns="91440" tIns="91440" rIns="91440" bIns="91440" anchor="t">
            <a:normAutofit fontScale="70000" lnSpcReduction="19999"/>
          </a:bodyPr>
          <a:p>
            <a:pPr indent="0" algn="l">
              <a:lnSpc>
                <a:spcPct val="115000"/>
              </a:lnSpc>
              <a:buNone/>
              <a:tabLst>
                <a:tab pos="0" algn="l"/>
              </a:tabLst>
            </a:pPr>
            <a:r>
              <a:rPr lang="en" sz="2090" b="1" u="none" strike="noStrike">
                <a:solidFill>
                  <a:schemeClr val="dk2"/>
                </a:solidFill>
                <a:effectLst/>
                <a:uFillTx/>
                <a:latin typeface="Arial"/>
                <a:ea typeface="Arial"/>
              </a:rPr>
              <a:t>REV Spark Series of Motor Controllers:</a:t>
            </a:r>
            <a:endParaRPr lang="en-GB" sz="2090" b="0" u="none" strike="noStrike">
              <a:solidFill>
                <a:srgbClr val="000000"/>
              </a:solidFill>
              <a:effectLst/>
              <a:uFillTx/>
              <a:latin typeface="Arial"/>
            </a:endParaRPr>
          </a:p>
          <a:p>
            <a:pPr marL="457200" indent="-308520" algn="l">
              <a:lnSpc>
                <a:spcPct val="115000"/>
              </a:lnSpc>
              <a:spcBef>
                <a:spcPts val="1199"/>
              </a:spcBef>
              <a:buClr>
                <a:srgbClr val="595959"/>
              </a:buClr>
              <a:buFont typeface="Arial"/>
              <a:buChar char="-"/>
              <a:tabLst>
                <a:tab pos="0" algn="l"/>
              </a:tabLst>
            </a:pPr>
            <a:r>
              <a:rPr lang="en" sz="1800" b="0" u="none" strike="noStrike">
                <a:solidFill>
                  <a:schemeClr val="dk2"/>
                </a:solidFill>
                <a:effectLst/>
                <a:uFillTx/>
                <a:latin typeface="Arial"/>
                <a:ea typeface="Arial"/>
              </a:rPr>
              <a:t>Semi Open Source API</a:t>
            </a:r>
            <a:endParaRPr lang="en-GB" sz="1800" b="0" u="none" strike="noStrike">
              <a:solidFill>
                <a:srgbClr val="000000"/>
              </a:solidFill>
              <a:effectLst/>
              <a:uFillTx/>
              <a:latin typeface="Arial"/>
            </a:endParaRPr>
          </a:p>
          <a:p>
            <a:pPr marL="457200" indent="-30852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Low Price compared to CTRE</a:t>
            </a:r>
            <a:endParaRPr lang="en-GB" sz="1800" b="0" u="none" strike="noStrike">
              <a:solidFill>
                <a:srgbClr val="000000"/>
              </a:solidFill>
              <a:effectLst/>
              <a:uFillTx/>
              <a:latin typeface="Arial"/>
            </a:endParaRPr>
          </a:p>
          <a:p>
            <a:pPr marL="457200" indent="-30852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Provided Template code for Swerve</a:t>
            </a:r>
            <a:endParaRPr lang="en-GB" sz="1800" b="0" u="none" strike="noStrike">
              <a:solidFill>
                <a:srgbClr val="000000"/>
              </a:solidFill>
              <a:effectLst/>
              <a:uFillTx/>
              <a:latin typeface="Arial"/>
            </a:endParaRPr>
          </a:p>
          <a:p>
            <a:pPr indent="0" algn="l">
              <a:lnSpc>
                <a:spcPct val="115000"/>
              </a:lnSpc>
              <a:spcBef>
                <a:spcPts val="1199"/>
              </a:spcBef>
              <a:buNone/>
              <a:tabLst>
                <a:tab pos="0" algn="l"/>
              </a:tabLst>
            </a:pPr>
            <a:r>
              <a:rPr lang="en" sz="2090" b="1" u="none" strike="noStrike">
                <a:solidFill>
                  <a:schemeClr val="dk2"/>
                </a:solidFill>
                <a:effectLst/>
                <a:uFillTx/>
                <a:latin typeface="Arial"/>
                <a:ea typeface="Arial"/>
              </a:rPr>
              <a:t>CTRE Talon FX Series of Motor Controllers:</a:t>
            </a:r>
            <a:endParaRPr lang="en-GB" sz="2090" b="0" u="none" strike="noStrike">
              <a:solidFill>
                <a:srgbClr val="000000"/>
              </a:solidFill>
              <a:effectLst/>
              <a:uFillTx/>
              <a:latin typeface="Arial"/>
            </a:endParaRPr>
          </a:p>
          <a:p>
            <a:pPr marL="457200" indent="-308520" algn="l">
              <a:lnSpc>
                <a:spcPct val="115000"/>
              </a:lnSpc>
              <a:spcBef>
                <a:spcPts val="1199"/>
              </a:spcBef>
              <a:buClr>
                <a:srgbClr val="595959"/>
              </a:buClr>
              <a:buFont typeface="Arial"/>
              <a:buChar char="-"/>
              <a:tabLst>
                <a:tab pos="0" algn="l"/>
              </a:tabLst>
            </a:pPr>
            <a:r>
              <a:rPr lang="en" sz="1800" b="0" u="none" strike="noStrike">
                <a:solidFill>
                  <a:schemeClr val="dk2"/>
                </a:solidFill>
                <a:effectLst/>
                <a:uFillTx/>
                <a:latin typeface="Arial"/>
                <a:ea typeface="Arial"/>
              </a:rPr>
              <a:t>Built in Mechanism/Differential and Swerve API</a:t>
            </a:r>
            <a:endParaRPr lang="en-GB" sz="1800" b="0" u="none" strike="noStrike">
              <a:solidFill>
                <a:srgbClr val="000000"/>
              </a:solidFill>
              <a:effectLst/>
              <a:uFillTx/>
              <a:latin typeface="Arial"/>
            </a:endParaRPr>
          </a:p>
          <a:p>
            <a:pPr marL="457200" indent="-30852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Ability to Sync with external CTRE encoders and sensors</a:t>
            </a:r>
            <a:endParaRPr lang="en-GB" sz="1800" b="0" u="none" strike="noStrike">
              <a:solidFill>
                <a:srgbClr val="000000"/>
              </a:solidFill>
              <a:effectLst/>
              <a:uFillTx/>
              <a:latin typeface="Arial"/>
            </a:endParaRPr>
          </a:p>
          <a:p>
            <a:pPr marL="457200" indent="-30852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Code generation for Swerve and Elevator through Tuner app</a:t>
            </a:r>
            <a:endParaRPr lang="en-GB" sz="1800" b="0" u="none" strike="noStrike">
              <a:solidFill>
                <a:srgbClr val="000000"/>
              </a:solidFill>
              <a:effectLst/>
              <a:uFillTx/>
              <a:latin typeface="Arial"/>
            </a:endParaRPr>
          </a:p>
          <a:p>
            <a:pPr marL="457200" indent="-30852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Supports multiple CAN Buses </a:t>
            </a:r>
            <a:r>
              <a:rPr lang="en" sz="1800" b="1" u="none" strike="noStrike">
                <a:solidFill>
                  <a:schemeClr val="dk2"/>
                </a:solidFill>
                <a:effectLst/>
                <a:uFillTx/>
                <a:latin typeface="Arial"/>
                <a:ea typeface="Arial"/>
              </a:rPr>
              <a:t>in the 2026 season</a:t>
            </a:r>
            <a:endParaRPr lang="en-GB" sz="1800" b="0" u="none" strike="noStrike">
              <a:solidFill>
                <a:srgbClr val="000000"/>
              </a:solidFill>
              <a:effectLst/>
              <a:uFillTx/>
              <a:latin typeface="Arial"/>
            </a:endParaRPr>
          </a:p>
          <a:p>
            <a:pPr indent="0" algn="l">
              <a:lnSpc>
                <a:spcPct val="115000"/>
              </a:lnSpc>
              <a:spcBef>
                <a:spcPts val="1199"/>
              </a:spcBef>
              <a:spcAft>
                <a:spcPts val="1199"/>
              </a:spcAft>
              <a:buNone/>
              <a:tabLst>
                <a:tab pos="0" algn="l"/>
              </a:tabLst>
            </a:pPr>
            <a:r>
              <a:rPr lang="en" sz="1800" b="1" u="none" strike="noStrike">
                <a:solidFill>
                  <a:schemeClr val="dk2"/>
                </a:solidFill>
                <a:effectLst/>
                <a:uFillTx/>
                <a:latin typeface="Arial"/>
                <a:ea typeface="Arial"/>
              </a:rPr>
              <a:t>All information here is relevant to the 2026 season, and subject to change in 2027 when SystemCore comes out.</a:t>
            </a:r>
            <a:endParaRPr lang="en-GB" sz="1800" b="0" u="none" strike="noStrike">
              <a:solidFill>
                <a:srgbClr val="000000"/>
              </a:solidFill>
              <a:effectLst/>
              <a:uFillTx/>
              <a:latin typeface="Arial"/>
            </a:endParaRPr>
          </a:p>
        </p:txBody>
      </p:sp>
      <p:sp>
        <p:nvSpPr>
          <p:cNvPr id="44" name="Google Shape;75;p16" title="swerve-highlighting-generate-button.png"/>
          <p:cNvSpPr/>
          <p:nvPr/>
        </p:nvSpPr>
        <p:spPr>
          <a:xfrm>
            <a:off x="5599440" y="1113840"/>
            <a:ext cx="3310920" cy="3310920"/>
          </a:xfrm>
          <a:prstGeom prst="roundRect">
            <a:avLst>
              <a:gd name="adj" fmla="val 14351"/>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5" name="Google Shape;76;p16"/>
          <p:cNvSpPr/>
          <p:nvPr/>
        </p:nvSpPr>
        <p:spPr>
          <a:xfrm>
            <a:off x="5535000" y="4508280"/>
            <a:ext cx="3184920" cy="55368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n" sz="1200" b="0" u="none" strike="noStrike">
                <a:solidFill>
                  <a:schemeClr val="dk2"/>
                </a:solidFill>
                <a:effectLst/>
                <a:uFillTx/>
                <a:latin typeface="Arial"/>
                <a:ea typeface="Arial"/>
              </a:rPr>
              <a:t>Swerve Base</a:t>
            </a:r>
            <a:br>
              <a:rPr sz="1200"/>
            </a:br>
            <a:r>
              <a:rPr lang="en" sz="1200" b="0" u="none" strike="noStrike">
                <a:solidFill>
                  <a:schemeClr val="dk2"/>
                </a:solidFill>
                <a:effectLst/>
                <a:uFillTx/>
                <a:latin typeface="Arial"/>
                <a:ea typeface="Arial"/>
              </a:rPr>
              <a:t>Source: CTRE Tuner X Application</a:t>
            </a:r>
            <a:endParaRPr lang="en-GB"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Programming/API Libraries Overview:</a:t>
            </a:r>
            <a:endParaRPr lang="en-GB" sz="2800" b="0" u="none" strike="noStrike">
              <a:solidFill>
                <a:srgbClr val="000000"/>
              </a:solidFill>
              <a:effectLst/>
              <a:uFillTx/>
              <a:latin typeface="Arial"/>
            </a:endParaRPr>
          </a:p>
        </p:txBody>
      </p:sp>
      <p:sp>
        <p:nvSpPr>
          <p:cNvPr id="47" name="PlaceHolder 2"/>
          <p:cNvSpPr>
            <a:spLocks noGrp="1"/>
          </p:cNvSpPr>
          <p:nvPr>
            <p:ph/>
          </p:nvPr>
        </p:nvSpPr>
        <p:spPr>
          <a:xfrm>
            <a:off x="311760" y="1152360"/>
            <a:ext cx="4259880" cy="3416040"/>
          </a:xfrm>
          <a:prstGeom prst="rect">
            <a:avLst/>
          </a:prstGeom>
          <a:noFill/>
          <a:ln w="0">
            <a:noFill/>
          </a:ln>
        </p:spPr>
        <p:txBody>
          <a:bodyPr lIns="91440" tIns="91440" rIns="91440" bIns="91440" anchor="t">
            <a:normAutofit fontScale="92500" lnSpcReduction="9999"/>
          </a:bodyPr>
          <a:p>
            <a:pPr indent="0" algn="l">
              <a:lnSpc>
                <a:spcPct val="115000"/>
              </a:lnSpc>
              <a:spcAft>
                <a:spcPts val="1199"/>
              </a:spcAft>
              <a:buNone/>
              <a:tabLst>
                <a:tab pos="0" algn="l"/>
              </a:tabLst>
            </a:pPr>
            <a:r>
              <a:rPr lang="en" sz="1800" b="0" u="none" strike="noStrike">
                <a:solidFill>
                  <a:schemeClr val="dk2"/>
                </a:solidFill>
                <a:effectLst/>
                <a:uFillTx/>
                <a:latin typeface="Arial"/>
                <a:ea typeface="Arial"/>
              </a:rPr>
              <a:t>Unfortunately these motors do not use the library or a common api for calling them besides the Hardware Abstraction Layer api, which is too complicated and uncommonly used on the user side to be worth explaining here, this is focused on basics of using the already existing api. For this presentation, we will be explaining the main differences between each vendor’s main library for brushless motors, which is REVLib for REV Robotics &amp; Phoenix 6 for CTRE/WCP.</a:t>
            </a:r>
            <a:endParaRPr lang="en-GB" sz="1800" b="0" u="none" strike="noStrike">
              <a:solidFill>
                <a:srgbClr val="000000"/>
              </a:solidFill>
              <a:effectLst/>
              <a:uFillTx/>
              <a:latin typeface="Arial"/>
            </a:endParaRPr>
          </a:p>
        </p:txBody>
      </p:sp>
      <p:pic>
        <p:nvPicPr>
          <p:cNvPr id="48" name="Google Shape;83;p17"/>
          <p:cNvPicPr/>
          <p:nvPr/>
        </p:nvPicPr>
        <p:blipFill>
          <a:blip r:embed="rId1"/>
          <a:stretch/>
        </p:blipFill>
        <p:spPr>
          <a:xfrm>
            <a:off x="4724280" y="1170000"/>
            <a:ext cx="3820680" cy="38206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Important Notes about the libraries</a:t>
            </a:r>
            <a:endParaRPr lang="en-GB" sz="2800" b="0" u="none" strike="noStrike">
              <a:solidFill>
                <a:srgbClr val="000000"/>
              </a:solidFill>
              <a:effectLst/>
              <a:uFillTx/>
              <a:latin typeface="Arial"/>
            </a:endParaRPr>
          </a:p>
        </p:txBody>
      </p:sp>
      <p:sp>
        <p:nvSpPr>
          <p:cNvPr id="50" name="PlaceHolder 2"/>
          <p:cNvSpPr>
            <a:spLocks noGrp="1"/>
          </p:cNvSpPr>
          <p:nvPr>
            <p:ph/>
          </p:nvPr>
        </p:nvSpPr>
        <p:spPr>
          <a:xfrm>
            <a:off x="311760" y="1152360"/>
            <a:ext cx="8520120" cy="3416040"/>
          </a:xfrm>
          <a:prstGeom prst="rect">
            <a:avLst/>
          </a:prstGeom>
          <a:noFill/>
          <a:ln w="0">
            <a:noFill/>
          </a:ln>
        </p:spPr>
        <p:txBody>
          <a:bodyPr lIns="91440" tIns="91440" rIns="91440" bIns="91440" anchor="t">
            <a:normAutofit/>
          </a:bodyPr>
          <a:p>
            <a:pPr marL="457200" indent="-343080" algn="l">
              <a:lnSpc>
                <a:spcPct val="115000"/>
              </a:lnSpc>
              <a:buClr>
                <a:srgbClr val="595959"/>
              </a:buClr>
              <a:buFont typeface="Arial"/>
              <a:buAutoNum type="arabicPeriod"/>
            </a:pPr>
            <a:r>
              <a:rPr lang="en" sz="1800" b="0" u="none" strike="noStrike">
                <a:solidFill>
                  <a:schemeClr val="dk2"/>
                </a:solidFill>
                <a:effectLst/>
                <a:uFillTx/>
                <a:latin typeface="Arial"/>
                <a:ea typeface="Arial"/>
              </a:rPr>
              <a:t>All Libraries have classes with the motor controller’s name and it does not use the motor’s name.</a:t>
            </a:r>
            <a:endParaRPr lang="en-GB" sz="1800" b="0" u="none" strike="noStrike">
              <a:solidFill>
                <a:srgbClr val="000000"/>
              </a:solidFill>
              <a:effectLst/>
              <a:uFillTx/>
              <a:latin typeface="Arial"/>
            </a:endParaRPr>
          </a:p>
          <a:p>
            <a:pPr marL="457200" indent="-343080" algn="l">
              <a:lnSpc>
                <a:spcPct val="115000"/>
              </a:lnSpc>
              <a:buClr>
                <a:srgbClr val="595959"/>
              </a:buClr>
              <a:buFont typeface="Arial"/>
              <a:buAutoNum type="arabicPeriod"/>
            </a:pPr>
            <a:r>
              <a:rPr lang="en" sz="1800" b="0" u="none" strike="noStrike">
                <a:solidFill>
                  <a:schemeClr val="dk2"/>
                </a:solidFill>
                <a:effectLst/>
                <a:uFillTx/>
                <a:latin typeface="Arial"/>
                <a:ea typeface="Arial"/>
              </a:rPr>
              <a:t>These libraries do not share much commonalities therefore it is important you look at the documentation to learn how to effectively use each one.</a:t>
            </a:r>
            <a:endParaRPr lang="en-GB" sz="1800" b="0" u="none" strike="noStrike">
              <a:solidFill>
                <a:srgbClr val="000000"/>
              </a:solidFill>
              <a:effectLst/>
              <a:uFillTx/>
              <a:latin typeface="Arial"/>
            </a:endParaRPr>
          </a:p>
          <a:p>
            <a:pPr marL="457200" indent="-343080" algn="l">
              <a:lnSpc>
                <a:spcPct val="115000"/>
              </a:lnSpc>
              <a:buClr>
                <a:srgbClr val="595959"/>
              </a:buClr>
              <a:buFont typeface="Arial"/>
              <a:buAutoNum type="arabicPeriod"/>
            </a:pPr>
            <a:r>
              <a:rPr lang="en" sz="1800" b="0" u="none" strike="noStrike">
                <a:solidFill>
                  <a:schemeClr val="dk2"/>
                </a:solidFill>
                <a:effectLst/>
                <a:uFillTx/>
                <a:latin typeface="Arial"/>
                <a:ea typeface="Arial"/>
              </a:rPr>
              <a:t>Somethings while being similar on either motor controller might be named differently or controlled another way.</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Programming Libraries - Agenda/TOC</a:t>
            </a:r>
            <a:endParaRPr lang="en-GB" sz="2800" b="0" u="none" strike="noStrike">
              <a:solidFill>
                <a:srgbClr val="000000"/>
              </a:solidFill>
              <a:effectLst/>
              <a:uFillTx/>
              <a:latin typeface="Arial"/>
            </a:endParaRPr>
          </a:p>
        </p:txBody>
      </p:sp>
      <p:sp>
        <p:nvSpPr>
          <p:cNvPr id="52" name="PlaceHolder 2"/>
          <p:cNvSpPr>
            <a:spLocks noGrp="1"/>
          </p:cNvSpPr>
          <p:nvPr>
            <p:ph/>
          </p:nvPr>
        </p:nvSpPr>
        <p:spPr>
          <a:xfrm>
            <a:off x="311760" y="1152360"/>
            <a:ext cx="8520120" cy="3416040"/>
          </a:xfrm>
          <a:prstGeom prst="rect">
            <a:avLst/>
          </a:prstGeom>
          <a:noFill/>
          <a:ln w="0">
            <a:noFill/>
          </a:ln>
        </p:spPr>
        <p:txBody>
          <a:bodyPr lIns="91440" tIns="91440" rIns="91440" bIns="91440" anchor="t">
            <a:normAutofit/>
          </a:bodyPr>
          <a:p>
            <a:pPr marL="457200" indent="-343080" algn="l">
              <a:lnSpc>
                <a:spcPct val="115000"/>
              </a:lnSpc>
              <a:buClr>
                <a:srgbClr val="595959"/>
              </a:buClr>
              <a:buFont typeface="Arial"/>
              <a:buChar char="-"/>
            </a:pPr>
            <a:r>
              <a:rPr lang="en" sz="1800" b="0" u="none" strike="noStrike">
                <a:solidFill>
                  <a:schemeClr val="dk2"/>
                </a:solidFill>
                <a:effectLst/>
                <a:uFillTx/>
                <a:latin typeface="Arial"/>
                <a:ea typeface="Arial"/>
              </a:rPr>
              <a:t>REVLib overview</a:t>
            </a:r>
            <a:endParaRPr lang="en-GB" sz="1800" b="0" u="none" strike="noStrike">
              <a:solidFill>
                <a:srgbClr val="000000"/>
              </a:solidFill>
              <a:effectLst/>
              <a:uFillTx/>
              <a:latin typeface="Arial"/>
            </a:endParaRPr>
          </a:p>
          <a:p>
            <a:pPr marL="914400" lvl="1" indent="-317520" algn="l">
              <a:lnSpc>
                <a:spcPct val="115000"/>
              </a:lnSpc>
              <a:buClr>
                <a:srgbClr val="595959"/>
              </a:buClr>
              <a:buFont typeface="Arial"/>
              <a:buChar char="-"/>
            </a:pPr>
            <a:r>
              <a:rPr lang="en" sz="1400" b="0" u="none" strike="noStrike">
                <a:solidFill>
                  <a:schemeClr val="dk2"/>
                </a:solidFill>
                <a:effectLst/>
                <a:uFillTx/>
                <a:latin typeface="Arial"/>
                <a:ea typeface="Arial"/>
              </a:rPr>
              <a:t>Creating a motor controller object with a SparkMax as an example</a:t>
            </a:r>
            <a:endParaRPr lang="en-GB" sz="1400" b="0" u="none" strike="noStrike">
              <a:solidFill>
                <a:srgbClr val="000000"/>
              </a:solidFill>
              <a:effectLst/>
              <a:uFillTx/>
              <a:latin typeface="Arial"/>
            </a:endParaRPr>
          </a:p>
          <a:p>
            <a:pPr marL="914400" lvl="1" indent="-317520" algn="l">
              <a:lnSpc>
                <a:spcPct val="115000"/>
              </a:lnSpc>
              <a:buClr>
                <a:srgbClr val="595959"/>
              </a:buClr>
              <a:buFont typeface="Arial"/>
              <a:buChar char="-"/>
            </a:pPr>
            <a:r>
              <a:rPr lang="en" sz="1400" b="0" u="none" strike="noStrike">
                <a:solidFill>
                  <a:schemeClr val="dk2"/>
                </a:solidFill>
                <a:effectLst/>
                <a:uFillTx/>
                <a:latin typeface="Arial"/>
                <a:ea typeface="Arial"/>
              </a:rPr>
              <a:t>Configuring motor controller</a:t>
            </a:r>
            <a:endParaRPr lang="en-GB" sz="1400" b="0" u="none" strike="noStrike">
              <a:solidFill>
                <a:srgbClr val="000000"/>
              </a:solidFill>
              <a:effectLst/>
              <a:uFillTx/>
              <a:latin typeface="Arial"/>
            </a:endParaRPr>
          </a:p>
          <a:p>
            <a:pPr marL="914400" lvl="1" indent="-317520" algn="l">
              <a:lnSpc>
                <a:spcPct val="115000"/>
              </a:lnSpc>
              <a:buClr>
                <a:srgbClr val="595959"/>
              </a:buClr>
              <a:buFont typeface="Arial"/>
              <a:buChar char="-"/>
            </a:pPr>
            <a:r>
              <a:rPr lang="en" sz="1400" b="0" u="none" strike="noStrike">
                <a:solidFill>
                  <a:schemeClr val="dk2"/>
                </a:solidFill>
                <a:effectLst/>
                <a:uFillTx/>
                <a:latin typeface="Arial"/>
                <a:ea typeface="Arial"/>
              </a:rPr>
              <a:t>Open Loop/Closed Loop Control</a:t>
            </a:r>
            <a:endParaRPr lang="en-GB" sz="1400" b="0" u="none" strike="noStrike">
              <a:solidFill>
                <a:srgbClr val="000000"/>
              </a:solidFill>
              <a:effectLst/>
              <a:uFillTx/>
              <a:latin typeface="Arial"/>
            </a:endParaRPr>
          </a:p>
          <a:p>
            <a:pPr marL="914400" lvl="1" indent="-317520" algn="l">
              <a:lnSpc>
                <a:spcPct val="115000"/>
              </a:lnSpc>
              <a:buClr>
                <a:srgbClr val="595959"/>
              </a:buClr>
              <a:buFont typeface="Arial"/>
              <a:buChar char="-"/>
            </a:pPr>
            <a:r>
              <a:rPr lang="en" sz="1400" b="0" u="none" strike="noStrike">
                <a:solidFill>
                  <a:schemeClr val="dk2"/>
                </a:solidFill>
                <a:effectLst/>
                <a:uFillTx/>
                <a:latin typeface="Arial"/>
                <a:ea typeface="Arial"/>
              </a:rPr>
              <a:t>Getting Data</a:t>
            </a:r>
            <a:endParaRPr lang="en-GB" sz="1400" b="0" u="none" strike="noStrike">
              <a:solidFill>
                <a:srgbClr val="000000"/>
              </a:solidFill>
              <a:effectLst/>
              <a:uFillTx/>
              <a:latin typeface="Arial"/>
            </a:endParaRPr>
          </a:p>
          <a:p>
            <a:pPr marL="457200" indent="-343080" algn="l">
              <a:lnSpc>
                <a:spcPct val="115000"/>
              </a:lnSpc>
              <a:buClr>
                <a:srgbClr val="595959"/>
              </a:buClr>
              <a:buFont typeface="Arial"/>
              <a:buChar char="-"/>
            </a:pPr>
            <a:r>
              <a:rPr lang="en" sz="1800" b="0" u="none" strike="noStrike">
                <a:solidFill>
                  <a:schemeClr val="dk2"/>
                </a:solidFill>
                <a:effectLst/>
                <a:uFillTx/>
                <a:latin typeface="Arial"/>
                <a:ea typeface="Arial"/>
              </a:rPr>
              <a:t>Phoenix 6 overview</a:t>
            </a:r>
            <a:endParaRPr lang="en-GB" sz="1800" b="0" u="none" strike="noStrike">
              <a:solidFill>
                <a:srgbClr val="000000"/>
              </a:solidFill>
              <a:effectLst/>
              <a:uFillTx/>
              <a:latin typeface="Arial"/>
            </a:endParaRPr>
          </a:p>
          <a:p>
            <a:pPr marL="914400" lvl="1" indent="-317520" algn="l">
              <a:lnSpc>
                <a:spcPct val="115000"/>
              </a:lnSpc>
              <a:buClr>
                <a:srgbClr val="595959"/>
              </a:buClr>
              <a:buFont typeface="Arial"/>
              <a:buChar char="-"/>
            </a:pPr>
            <a:r>
              <a:rPr lang="en" sz="1400" b="0" u="none" strike="noStrike">
                <a:solidFill>
                  <a:schemeClr val="dk2"/>
                </a:solidFill>
                <a:effectLst/>
                <a:uFillTx/>
                <a:latin typeface="Arial"/>
                <a:ea typeface="Arial"/>
              </a:rPr>
              <a:t>Creating motor controller object with TalonFX as an example</a:t>
            </a:r>
            <a:endParaRPr lang="en-GB" sz="1400" b="0" u="none" strike="noStrike">
              <a:solidFill>
                <a:srgbClr val="000000"/>
              </a:solidFill>
              <a:effectLst/>
              <a:uFillTx/>
              <a:latin typeface="Arial"/>
            </a:endParaRPr>
          </a:p>
          <a:p>
            <a:pPr marL="914400" lvl="1" indent="-317520" algn="l">
              <a:lnSpc>
                <a:spcPct val="115000"/>
              </a:lnSpc>
              <a:buClr>
                <a:srgbClr val="595959"/>
              </a:buClr>
              <a:buFont typeface="Arial"/>
              <a:buChar char="-"/>
            </a:pPr>
            <a:r>
              <a:rPr lang="en" sz="1400" b="0" u="none" strike="noStrike">
                <a:solidFill>
                  <a:schemeClr val="dk2"/>
                </a:solidFill>
                <a:effectLst/>
                <a:uFillTx/>
                <a:latin typeface="Arial"/>
                <a:ea typeface="Arial"/>
              </a:rPr>
              <a:t>Configuring the motor controller object</a:t>
            </a:r>
            <a:endParaRPr lang="en-GB" sz="1400" b="0" u="none" strike="noStrike">
              <a:solidFill>
                <a:srgbClr val="000000"/>
              </a:solidFill>
              <a:effectLst/>
              <a:uFillTx/>
              <a:latin typeface="Arial"/>
            </a:endParaRPr>
          </a:p>
          <a:p>
            <a:pPr marL="914400" lvl="1" indent="-317520" algn="l">
              <a:lnSpc>
                <a:spcPct val="115000"/>
              </a:lnSpc>
              <a:buClr>
                <a:srgbClr val="595959"/>
              </a:buClr>
              <a:buFont typeface="Arial"/>
              <a:buChar char="-"/>
            </a:pPr>
            <a:r>
              <a:rPr lang="en" sz="1400" b="0" u="none" strike="noStrike">
                <a:solidFill>
                  <a:schemeClr val="dk2"/>
                </a:solidFill>
                <a:effectLst/>
                <a:uFillTx/>
                <a:latin typeface="Arial"/>
                <a:ea typeface="Arial"/>
              </a:rPr>
              <a:t>Phoenix 6 controls api explained</a:t>
            </a:r>
            <a:endParaRPr lang="en-GB" sz="1400" b="0" u="none" strike="noStrike">
              <a:solidFill>
                <a:srgbClr val="000000"/>
              </a:solidFill>
              <a:effectLst/>
              <a:uFillTx/>
              <a:latin typeface="Arial"/>
            </a:endParaRPr>
          </a:p>
          <a:p>
            <a:pPr marL="914400" lvl="1" indent="-317520" algn="l">
              <a:lnSpc>
                <a:spcPct val="115000"/>
              </a:lnSpc>
              <a:buClr>
                <a:srgbClr val="595959"/>
              </a:buClr>
              <a:buFont typeface="Arial"/>
              <a:buChar char="-"/>
            </a:pPr>
            <a:r>
              <a:rPr lang="en" sz="1400" b="0" u="none" strike="noStrike">
                <a:solidFill>
                  <a:schemeClr val="dk2"/>
                </a:solidFill>
                <a:effectLst/>
                <a:uFillTx/>
                <a:latin typeface="Arial"/>
                <a:ea typeface="Arial"/>
              </a:rPr>
              <a:t>Phoenix 6 status signal api explained</a:t>
            </a:r>
            <a:endParaRPr lang="en-GB"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REVLib Overview</a:t>
            </a:r>
            <a:endParaRPr lang="en-GB" sz="2800" b="0" u="none" strike="noStrike">
              <a:solidFill>
                <a:srgbClr val="000000"/>
              </a:solidFill>
              <a:effectLst/>
              <a:uFillTx/>
              <a:latin typeface="Arial"/>
            </a:endParaRPr>
          </a:p>
        </p:txBody>
      </p:sp>
      <p:sp>
        <p:nvSpPr>
          <p:cNvPr id="54" name="PlaceHolder 2"/>
          <p:cNvSpPr>
            <a:spLocks noGrp="1"/>
          </p:cNvSpPr>
          <p:nvPr>
            <p:ph/>
          </p:nvPr>
        </p:nvSpPr>
        <p:spPr>
          <a:xfrm>
            <a:off x="311760" y="1152360"/>
            <a:ext cx="4259880" cy="3416040"/>
          </a:xfrm>
          <a:prstGeom prst="rect">
            <a:avLst/>
          </a:prstGeom>
          <a:noFill/>
          <a:ln w="0">
            <a:noFill/>
          </a:ln>
        </p:spPr>
        <p:txBody>
          <a:bodyPr lIns="91440" tIns="91440" rIns="91440" bIns="91440" anchor="t">
            <a:normAutofit/>
          </a:bodyPr>
          <a:p>
            <a:pPr indent="0" algn="l">
              <a:lnSpc>
                <a:spcPct val="115000"/>
              </a:lnSpc>
              <a:spcAft>
                <a:spcPts val="1199"/>
              </a:spcAft>
              <a:buNone/>
              <a:tabLst>
                <a:tab pos="0" algn="l"/>
              </a:tabLst>
            </a:pPr>
            <a:r>
              <a:rPr lang="en" sz="1800" b="0" u="none" strike="noStrike">
                <a:solidFill>
                  <a:schemeClr val="dk2"/>
                </a:solidFill>
                <a:effectLst/>
                <a:uFillTx/>
                <a:latin typeface="Arial"/>
                <a:ea typeface="Arial"/>
              </a:rPr>
              <a:t>REVLib is Rev Robotics’ vendor library. It is the library that will be used for all REV Robotics products that do not connect directly to the rio/systemcore over something other than CAN. You can install it like any other wpilib vendor dep by going to the vendor dependencies page, and click install next to Revlib.</a:t>
            </a:r>
            <a:endParaRPr lang="en-GB" sz="1800" b="0" u="none" strike="noStrike">
              <a:solidFill>
                <a:srgbClr val="000000"/>
              </a:solidFill>
              <a:effectLst/>
              <a:uFillTx/>
              <a:latin typeface="Arial"/>
            </a:endParaRPr>
          </a:p>
        </p:txBody>
      </p:sp>
      <p:pic>
        <p:nvPicPr>
          <p:cNvPr id="55" name="Google Shape;102;p20"/>
          <p:cNvPicPr/>
          <p:nvPr/>
        </p:nvPicPr>
        <p:blipFill>
          <a:blip r:embed="rId1"/>
          <a:stretch/>
        </p:blipFill>
        <p:spPr>
          <a:xfrm>
            <a:off x="5185800" y="795960"/>
            <a:ext cx="3526560" cy="382068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REVLib - Creating a Motor Controller Object</a:t>
            </a:r>
            <a:endParaRPr lang="en-GB" sz="2800" b="0" u="none" strike="noStrike">
              <a:solidFill>
                <a:srgbClr val="000000"/>
              </a:solidFill>
              <a:effectLst/>
              <a:uFillTx/>
              <a:latin typeface="Arial"/>
            </a:endParaRPr>
          </a:p>
        </p:txBody>
      </p:sp>
      <p:sp>
        <p:nvSpPr>
          <p:cNvPr id="57" name="PlaceHolder 2"/>
          <p:cNvSpPr>
            <a:spLocks noGrp="1"/>
          </p:cNvSpPr>
          <p:nvPr>
            <p:ph/>
          </p:nvPr>
        </p:nvSpPr>
        <p:spPr>
          <a:xfrm>
            <a:off x="311760" y="1152360"/>
            <a:ext cx="4259880" cy="3990600"/>
          </a:xfrm>
          <a:prstGeom prst="rect">
            <a:avLst/>
          </a:prstGeom>
          <a:noFill/>
          <a:ln w="0">
            <a:noFill/>
          </a:ln>
        </p:spPr>
        <p:txBody>
          <a:bodyPr lIns="91440" tIns="91440" rIns="91440" bIns="91440" anchor="t">
            <a:normAutofit fontScale="70000" lnSpcReduction="19999"/>
          </a:bodyPr>
          <a:p>
            <a:pPr indent="0" algn="l">
              <a:lnSpc>
                <a:spcPct val="115000"/>
              </a:lnSpc>
              <a:buNone/>
              <a:tabLst>
                <a:tab pos="0" algn="l"/>
              </a:tabLst>
            </a:pPr>
            <a:r>
              <a:rPr lang="en" sz="1800" b="0" u="none" strike="noStrike">
                <a:solidFill>
                  <a:schemeClr val="dk2"/>
                </a:solidFill>
                <a:effectLst/>
                <a:uFillTx/>
                <a:latin typeface="Arial"/>
                <a:ea typeface="Arial"/>
              </a:rPr>
              <a:t>You can create a motor controller in a WPILib project once you have installed the correct library, in this case revlib.</a:t>
            </a:r>
            <a:endParaRPr lang="en-GB" sz="1800" b="0" u="none" strike="noStrike">
              <a:solidFill>
                <a:srgbClr val="000000"/>
              </a:solidFill>
              <a:effectLst/>
              <a:uFillTx/>
              <a:latin typeface="Arial"/>
            </a:endParaRPr>
          </a:p>
          <a:p>
            <a:pPr indent="0" algn="l">
              <a:lnSpc>
                <a:spcPct val="115000"/>
              </a:lnSpc>
              <a:spcBef>
                <a:spcPts val="1199"/>
              </a:spcBef>
              <a:buNone/>
              <a:tabLst>
                <a:tab pos="0" algn="l"/>
              </a:tabLst>
            </a:pPr>
            <a:r>
              <a:rPr lang="en" sz="1800" b="0" u="none" strike="noStrike">
                <a:solidFill>
                  <a:schemeClr val="dk2"/>
                </a:solidFill>
                <a:effectLst/>
                <a:uFillTx/>
                <a:latin typeface="Arial"/>
                <a:ea typeface="Arial"/>
              </a:rPr>
              <a:t>Here is a list of steps in order of how you can create a motor controller object</a:t>
            </a:r>
            <a:endParaRPr lang="en-GB" sz="1800" b="0" u="none" strike="noStrike">
              <a:solidFill>
                <a:srgbClr val="000000"/>
              </a:solidFill>
              <a:effectLst/>
              <a:uFillTx/>
              <a:latin typeface="Arial"/>
            </a:endParaRPr>
          </a:p>
          <a:p>
            <a:pPr marL="457200" indent="-308520" algn="l">
              <a:lnSpc>
                <a:spcPct val="115000"/>
              </a:lnSpc>
              <a:spcBef>
                <a:spcPts val="1199"/>
              </a:spcBef>
              <a:buClr>
                <a:srgbClr val="595959"/>
              </a:buClr>
              <a:buFont typeface="Arial"/>
              <a:buChar char="-"/>
              <a:tabLst>
                <a:tab pos="0" algn="l"/>
              </a:tabLst>
            </a:pPr>
            <a:r>
              <a:rPr lang="en" sz="1800" b="0" u="none" strike="noStrike">
                <a:solidFill>
                  <a:schemeClr val="dk2"/>
                </a:solidFill>
                <a:effectLst/>
                <a:uFillTx/>
                <a:latin typeface="Arial"/>
                <a:ea typeface="Arial"/>
              </a:rPr>
              <a:t>Install the correctly library (REVLib in this case)</a:t>
            </a:r>
            <a:endParaRPr lang="en-GB" sz="1800" b="0" u="none" strike="noStrike">
              <a:solidFill>
                <a:srgbClr val="000000"/>
              </a:solidFill>
              <a:effectLst/>
              <a:uFillTx/>
              <a:latin typeface="Arial"/>
            </a:endParaRPr>
          </a:p>
          <a:p>
            <a:pPr marL="457200" indent="-30852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Figure out what motor controller class belongs to what controller class, in this case we are using the SparkMax, and in REVLib it is called “SparkMax”</a:t>
            </a:r>
            <a:endParaRPr lang="en-GB" sz="1800" b="0" u="none" strike="noStrike">
              <a:solidFill>
                <a:srgbClr val="000000"/>
              </a:solidFill>
              <a:effectLst/>
              <a:uFillTx/>
              <a:latin typeface="Arial"/>
            </a:endParaRPr>
          </a:p>
          <a:p>
            <a:pPr marL="457200" indent="-30852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Instantiate an object of that class for example - new SparkMax(1, MotorType.kBrushless);</a:t>
            </a:r>
            <a:br>
              <a:rPr sz="1800"/>
            </a:br>
            <a:r>
              <a:rPr lang="en" sz="1800" b="0" u="none" strike="noStrike">
                <a:solidFill>
                  <a:schemeClr val="dk2"/>
                </a:solidFill>
                <a:effectLst/>
                <a:uFillTx/>
                <a:latin typeface="Arial"/>
                <a:ea typeface="Arial"/>
              </a:rPr>
              <a:t>The 1 in the parameter references the CAN ID of the motor. The second parameter “MotorType.kBrushless” is referring to the type of motor connected to the spark max since both the Spark Max and Spark Flex support both brushed and brushless motors.</a:t>
            </a:r>
            <a:endParaRPr lang="en-GB" sz="1800" b="0" u="none" strike="noStrike">
              <a:solidFill>
                <a:srgbClr val="000000"/>
              </a:solidFill>
              <a:effectLst/>
              <a:uFillTx/>
              <a:latin typeface="Arial"/>
            </a:endParaRPr>
          </a:p>
        </p:txBody>
      </p:sp>
      <p:pic>
        <p:nvPicPr>
          <p:cNvPr id="58" name="Google Shape;109;p21"/>
          <p:cNvPicPr/>
          <p:nvPr/>
        </p:nvPicPr>
        <p:blipFill>
          <a:blip r:embed="rId1"/>
          <a:stretch/>
        </p:blipFill>
        <p:spPr>
          <a:xfrm>
            <a:off x="4620600" y="1459800"/>
            <a:ext cx="4383720" cy="847800"/>
          </a:xfrm>
          <a:prstGeom prst="rect">
            <a:avLst/>
          </a:prstGeom>
          <a:noFill/>
          <a:ln w="0">
            <a:noFill/>
          </a:ln>
        </p:spPr>
      </p:pic>
      <p:sp>
        <p:nvSpPr>
          <p:cNvPr id="59" name="Google Shape;110;p21"/>
          <p:cNvSpPr/>
          <p:nvPr/>
        </p:nvSpPr>
        <p:spPr>
          <a:xfrm>
            <a:off x="4635000" y="2307600"/>
            <a:ext cx="4438080" cy="73872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n" sz="1800" b="0" u="none" strike="noStrike">
                <a:solidFill>
                  <a:schemeClr val="dk2"/>
                </a:solidFill>
                <a:effectLst/>
                <a:uFillTx/>
                <a:latin typeface="Arial"/>
                <a:ea typeface="Arial"/>
              </a:rPr>
              <a:t>↑ Example of instantiating a spark motor controller in a subsystem</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REVLib - Configuring a Spark Motor Controller</a:t>
            </a:r>
            <a:endParaRPr lang="en-GB" sz="2800" b="0" u="none" strike="noStrike">
              <a:solidFill>
                <a:srgbClr val="000000"/>
              </a:solidFill>
              <a:effectLst/>
              <a:uFillTx/>
              <a:latin typeface="Arial"/>
            </a:endParaRPr>
          </a:p>
        </p:txBody>
      </p:sp>
      <p:sp>
        <p:nvSpPr>
          <p:cNvPr id="61" name="PlaceHolder 2"/>
          <p:cNvSpPr>
            <a:spLocks noGrp="1"/>
          </p:cNvSpPr>
          <p:nvPr>
            <p:ph/>
          </p:nvPr>
        </p:nvSpPr>
        <p:spPr>
          <a:xfrm>
            <a:off x="311760" y="1152360"/>
            <a:ext cx="4259880" cy="3416040"/>
          </a:xfrm>
          <a:prstGeom prst="rect">
            <a:avLst/>
          </a:prstGeom>
          <a:noFill/>
          <a:ln w="0">
            <a:noFill/>
          </a:ln>
        </p:spPr>
        <p:txBody>
          <a:bodyPr lIns="91440" tIns="91440" rIns="91440" bIns="91440" anchor="t">
            <a:normAutofit fontScale="77500" lnSpcReduction="19999"/>
          </a:bodyPr>
          <a:p>
            <a:pPr indent="0" algn="l">
              <a:lnSpc>
                <a:spcPct val="115000"/>
              </a:lnSpc>
              <a:buNone/>
              <a:tabLst>
                <a:tab pos="0" algn="l"/>
              </a:tabLst>
            </a:pPr>
            <a:r>
              <a:rPr lang="en" sz="1800" b="0" u="none" strike="noStrike">
                <a:solidFill>
                  <a:schemeClr val="dk2"/>
                </a:solidFill>
                <a:effectLst/>
                <a:uFillTx/>
                <a:latin typeface="Arial"/>
                <a:ea typeface="Arial"/>
              </a:rPr>
              <a:t>In order to configure a REV Spark Motor Controller you must do the following</a:t>
            </a:r>
            <a:endParaRPr lang="en-GB" sz="1800" b="0" u="none" strike="noStrike">
              <a:solidFill>
                <a:srgbClr val="000000"/>
              </a:solidFill>
              <a:effectLst/>
              <a:uFillTx/>
              <a:latin typeface="Arial"/>
            </a:endParaRPr>
          </a:p>
          <a:p>
            <a:pPr marL="457200" indent="-317160" algn="l">
              <a:lnSpc>
                <a:spcPct val="115000"/>
              </a:lnSpc>
              <a:spcBef>
                <a:spcPts val="1199"/>
              </a:spcBef>
              <a:buClr>
                <a:srgbClr val="595959"/>
              </a:buClr>
              <a:buFont typeface="Arial"/>
              <a:buChar char="-"/>
              <a:tabLst>
                <a:tab pos="0" algn="l"/>
              </a:tabLst>
            </a:pPr>
            <a:r>
              <a:rPr lang="en" sz="1800" b="0" u="none" strike="noStrike">
                <a:solidFill>
                  <a:schemeClr val="dk2"/>
                </a:solidFill>
                <a:effectLst/>
                <a:uFillTx/>
                <a:latin typeface="Arial"/>
                <a:ea typeface="Arial"/>
              </a:rPr>
              <a:t>Create an object of the config class belonging to the correct Rev Motor Controller you are using, it is normally motor controller name with no spaces + “Config”</a:t>
            </a:r>
            <a:endParaRPr lang="en-GB" sz="1800" b="0" u="none" strike="noStrike">
              <a:solidFill>
                <a:srgbClr val="000000"/>
              </a:solidFill>
              <a:effectLst/>
              <a:uFillTx/>
              <a:latin typeface="Arial"/>
            </a:endParaRPr>
          </a:p>
          <a:p>
            <a:pPr marL="457200" indent="-31716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You then configure it with the built in functions like config.smartCurrentLimit(60). This example function configures the stall current of the motor. It is necessary to read the docs or other’s code to see what each function does and how to correctly use it.</a:t>
            </a:r>
            <a:endParaRPr lang="en-GB" sz="1800" b="0" u="none" strike="noStrike">
              <a:solidFill>
                <a:srgbClr val="000000"/>
              </a:solidFill>
              <a:effectLst/>
              <a:uFillTx/>
              <a:latin typeface="Arial"/>
            </a:endParaRPr>
          </a:p>
        </p:txBody>
      </p:sp>
      <p:sp>
        <p:nvSpPr>
          <p:cNvPr id="62" name="Google Shape;117;p22"/>
          <p:cNvSpPr/>
          <p:nvPr/>
        </p:nvSpPr>
        <p:spPr>
          <a:xfrm>
            <a:off x="4572000" y="1373040"/>
            <a:ext cx="4407120" cy="1858680"/>
          </a:xfrm>
          <a:prstGeom prst="roundRect">
            <a:avLst>
              <a:gd name="adj" fmla="val 4758"/>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REVLib - Spark Motor Controller Closed Loop</a:t>
            </a:r>
            <a:endParaRPr lang="en-GB" sz="2800" b="0" u="none" strike="noStrike">
              <a:solidFill>
                <a:srgbClr val="000000"/>
              </a:solidFill>
              <a:effectLst/>
              <a:uFillTx/>
              <a:latin typeface="Arial"/>
            </a:endParaRPr>
          </a:p>
        </p:txBody>
      </p:sp>
      <p:sp>
        <p:nvSpPr>
          <p:cNvPr id="64" name="PlaceHolder 2"/>
          <p:cNvSpPr>
            <a:spLocks noGrp="1"/>
          </p:cNvSpPr>
          <p:nvPr>
            <p:ph/>
          </p:nvPr>
        </p:nvSpPr>
        <p:spPr>
          <a:xfrm>
            <a:off x="311760" y="1152360"/>
            <a:ext cx="4587840" cy="3416040"/>
          </a:xfrm>
          <a:prstGeom prst="rect">
            <a:avLst/>
          </a:prstGeom>
          <a:noFill/>
          <a:ln w="0">
            <a:noFill/>
          </a:ln>
        </p:spPr>
        <p:txBody>
          <a:bodyPr lIns="91440" tIns="91440" rIns="91440" bIns="91440" anchor="t">
            <a:normAutofit fontScale="70000" lnSpcReduction="19999"/>
          </a:bodyPr>
          <a:p>
            <a:pPr indent="0" algn="l">
              <a:lnSpc>
                <a:spcPct val="115000"/>
              </a:lnSpc>
              <a:buNone/>
              <a:tabLst>
                <a:tab pos="0" algn="l"/>
              </a:tabLst>
            </a:pPr>
            <a:r>
              <a:rPr lang="en" sz="1800" b="0" u="none" strike="noStrike">
                <a:solidFill>
                  <a:schemeClr val="dk2"/>
                </a:solidFill>
                <a:effectLst/>
                <a:uFillTx/>
                <a:latin typeface="Arial"/>
                <a:ea typeface="Arial"/>
              </a:rPr>
              <a:t>The Spark series of motor controllers features on onboard pid controller that you can take advantage of in code. You must configure the correct feedback sensor and gains in the spark max configuration before using it, I(the guy writing this presentation) found that out the hard way. You can follow the following steps to utilize it. </a:t>
            </a:r>
            <a:endParaRPr lang="en-GB" sz="1800" b="0" u="none" strike="noStrike">
              <a:solidFill>
                <a:srgbClr val="000000"/>
              </a:solidFill>
              <a:effectLst/>
              <a:uFillTx/>
              <a:latin typeface="Arial"/>
            </a:endParaRPr>
          </a:p>
          <a:p>
            <a:pPr marL="457200" indent="-299880" algn="l">
              <a:lnSpc>
                <a:spcPct val="115000"/>
              </a:lnSpc>
              <a:spcBef>
                <a:spcPts val="1199"/>
              </a:spcBef>
              <a:buClr>
                <a:srgbClr val="595959"/>
              </a:buClr>
              <a:buFont typeface="Arial"/>
              <a:buChar char="-"/>
              <a:tabLst>
                <a:tab pos="0" algn="l"/>
              </a:tabLst>
            </a:pPr>
            <a:r>
              <a:rPr lang="en" sz="1800" b="0" u="none" strike="noStrike">
                <a:solidFill>
                  <a:schemeClr val="dk2"/>
                </a:solidFill>
                <a:effectLst/>
                <a:uFillTx/>
                <a:latin typeface="Arial"/>
                <a:ea typeface="Arial"/>
              </a:rPr>
              <a:t>Create the closed controller object by calling &lt;spark series controller&gt;.getClosedLoopController(). It is typically an object of the “SparkClosedLoopController” class.</a:t>
            </a:r>
            <a:endParaRPr lang="en-GB" sz="1800" b="0" u="none" strike="noStrike">
              <a:solidFill>
                <a:srgbClr val="000000"/>
              </a:solidFill>
              <a:effectLst/>
              <a:uFillTx/>
              <a:latin typeface="Arial"/>
            </a:endParaRPr>
          </a:p>
          <a:p>
            <a:pPr marL="457200" indent="-29988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You can then reference the closed loop controller in code later on for closed loop functions like position by using &lt;controller object&gt;.setSetpoint(0.0, type)</a:t>
            </a:r>
            <a:endParaRPr lang="en-GB" sz="1800" b="0" u="none" strike="noStrike">
              <a:solidFill>
                <a:srgbClr val="000000"/>
              </a:solidFill>
              <a:effectLst/>
              <a:uFillTx/>
              <a:latin typeface="Arial"/>
            </a:endParaRPr>
          </a:p>
          <a:p>
            <a:pPr marL="457200" indent="-29988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The first parameter is the desired setpoint of the controller</a:t>
            </a:r>
            <a:endParaRPr lang="en-GB" sz="1800" b="0" u="none" strike="noStrike">
              <a:solidFill>
                <a:srgbClr val="000000"/>
              </a:solidFill>
              <a:effectLst/>
              <a:uFillTx/>
              <a:latin typeface="Arial"/>
            </a:endParaRPr>
          </a:p>
          <a:p>
            <a:pPr marL="457200" indent="-299880" algn="l">
              <a:lnSpc>
                <a:spcPct val="115000"/>
              </a:lnSpc>
              <a:buClr>
                <a:srgbClr val="595959"/>
              </a:buClr>
              <a:buFont typeface="Arial"/>
              <a:buChar char="-"/>
              <a:tabLst>
                <a:tab pos="0" algn="l"/>
              </a:tabLst>
            </a:pPr>
            <a:r>
              <a:rPr lang="en" sz="1800" b="0" u="none" strike="noStrike">
                <a:solidFill>
                  <a:schemeClr val="dk2"/>
                </a:solidFill>
                <a:effectLst/>
                <a:uFillTx/>
                <a:latin typeface="Arial"/>
                <a:ea typeface="Arial"/>
              </a:rPr>
              <a:t>‘The second parameter is the desired type of control for example, velocity or position.</a:t>
            </a:r>
            <a:endParaRPr lang="en-GB" sz="1800" b="0" u="none" strike="noStrike">
              <a:solidFill>
                <a:srgbClr val="000000"/>
              </a:solidFill>
              <a:effectLst/>
              <a:uFillTx/>
              <a:latin typeface="Arial"/>
            </a:endParaRPr>
          </a:p>
        </p:txBody>
      </p:sp>
      <p:pic>
        <p:nvPicPr>
          <p:cNvPr id="65" name="Google Shape;124;p23"/>
          <p:cNvPicPr/>
          <p:nvPr/>
        </p:nvPicPr>
        <p:blipFill>
          <a:blip r:embed="rId1"/>
          <a:stretch/>
        </p:blipFill>
        <p:spPr>
          <a:xfrm>
            <a:off x="5126040" y="1099080"/>
            <a:ext cx="4359960" cy="632880"/>
          </a:xfrm>
          <a:prstGeom prst="rect">
            <a:avLst/>
          </a:prstGeom>
          <a:noFill/>
          <a:ln w="0">
            <a:noFill/>
          </a:ln>
        </p:spPr>
      </p:pic>
      <p:pic>
        <p:nvPicPr>
          <p:cNvPr id="66" name="Google Shape;125;p23"/>
          <p:cNvPicPr/>
          <p:nvPr/>
        </p:nvPicPr>
        <p:blipFill>
          <a:blip r:embed="rId2"/>
          <a:stretch/>
        </p:blipFill>
        <p:spPr>
          <a:xfrm>
            <a:off x="5052240" y="1884600"/>
            <a:ext cx="3628800" cy="3711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REVLib - Reading Motor Data</a:t>
            </a:r>
            <a:endParaRPr lang="en-GB" sz="2800" b="0" u="none" strike="noStrike">
              <a:solidFill>
                <a:srgbClr val="000000"/>
              </a:solidFill>
              <a:effectLst/>
              <a:uFillTx/>
              <a:latin typeface="Arial"/>
            </a:endParaRPr>
          </a:p>
        </p:txBody>
      </p:sp>
      <p:sp>
        <p:nvSpPr>
          <p:cNvPr id="68" name="PlaceHolder 2"/>
          <p:cNvSpPr>
            <a:spLocks noGrp="1"/>
          </p:cNvSpPr>
          <p:nvPr>
            <p:ph/>
          </p:nvPr>
        </p:nvSpPr>
        <p:spPr>
          <a:xfrm>
            <a:off x="311760" y="1152360"/>
            <a:ext cx="4259880" cy="3416040"/>
          </a:xfrm>
          <a:prstGeom prst="rect">
            <a:avLst/>
          </a:prstGeom>
          <a:noFill/>
          <a:ln w="0">
            <a:noFill/>
          </a:ln>
        </p:spPr>
        <p:txBody>
          <a:bodyPr lIns="91440" tIns="91440" rIns="91440" bIns="91440" anchor="t">
            <a:normAutofit fontScale="77500" lnSpcReduction="19999"/>
          </a:bodyPr>
          <a:p>
            <a:pPr indent="0" algn="l">
              <a:lnSpc>
                <a:spcPct val="115000"/>
              </a:lnSpc>
              <a:spcAft>
                <a:spcPts val="1199"/>
              </a:spcAft>
              <a:buNone/>
              <a:tabLst>
                <a:tab pos="0" algn="l"/>
              </a:tabLst>
            </a:pPr>
            <a:r>
              <a:rPr lang="en" sz="1800" b="0" u="none" strike="noStrike">
                <a:solidFill>
                  <a:schemeClr val="dk2"/>
                </a:solidFill>
                <a:effectLst/>
                <a:uFillTx/>
                <a:latin typeface="Arial"/>
                <a:ea typeface="Arial"/>
              </a:rPr>
              <a:t>Like most other motor controllers, the Spark family allow you to read the data from both the connected encoders and motors in your java code. In order to read position or velocity data from a Spark series of motor controller you must first get the encoder object of the encoder connected to the spark max which typically is 1 of 3 types, motor encoder, alternate encoder, and absolute encoder. You can then get the relevant data such as position by simply calling a function like getPosition or getVelocity in the example. If you want to get motor data such as the supply voltage of the motor controller, you can do that by using get+&lt;desired data&gt;. You might not get the desired amount of data with the spark series of motor controller, so it is helpful to check the docs to see what you can do. </a:t>
            </a:r>
            <a:endParaRPr lang="en-GB" sz="1800" b="0" u="none" strike="noStrike">
              <a:solidFill>
                <a:srgbClr val="000000"/>
              </a:solidFill>
              <a:effectLst/>
              <a:uFillTx/>
              <a:latin typeface="Arial"/>
            </a:endParaRPr>
          </a:p>
        </p:txBody>
      </p:sp>
      <p:pic>
        <p:nvPicPr>
          <p:cNvPr id="69" name="Google Shape;132;p24"/>
          <p:cNvPicPr/>
          <p:nvPr/>
        </p:nvPicPr>
        <p:blipFill>
          <a:blip r:embed="rId1"/>
          <a:stretch/>
        </p:blipFill>
        <p:spPr>
          <a:xfrm>
            <a:off x="4724280" y="830880"/>
            <a:ext cx="4266720" cy="2206800"/>
          </a:xfrm>
          <a:prstGeom prst="rect">
            <a:avLst/>
          </a:prstGeom>
          <a:noFill/>
          <a:ln w="0">
            <a:noFill/>
          </a:ln>
        </p:spPr>
      </p:pic>
      <p:pic>
        <p:nvPicPr>
          <p:cNvPr id="70" name="Google Shape;133;p24"/>
          <p:cNvPicPr/>
          <p:nvPr/>
        </p:nvPicPr>
        <p:blipFill>
          <a:blip r:embed="rId2"/>
          <a:stretch/>
        </p:blipFill>
        <p:spPr>
          <a:xfrm>
            <a:off x="4810680" y="3243240"/>
            <a:ext cx="4093920" cy="15339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Phoenix 6 overview</a:t>
            </a:r>
            <a:endParaRPr lang="en-GB" sz="2800" b="0" u="none" strike="noStrike">
              <a:solidFill>
                <a:srgbClr val="000000"/>
              </a:solidFill>
              <a:effectLst/>
              <a:uFillTx/>
              <a:latin typeface="Arial"/>
            </a:endParaRPr>
          </a:p>
        </p:txBody>
      </p:sp>
      <p:sp>
        <p:nvSpPr>
          <p:cNvPr id="72" name="PlaceHolder 2"/>
          <p:cNvSpPr>
            <a:spLocks noGrp="1"/>
          </p:cNvSpPr>
          <p:nvPr>
            <p:ph/>
          </p:nvPr>
        </p:nvSpPr>
        <p:spPr>
          <a:xfrm>
            <a:off x="311760" y="1152360"/>
            <a:ext cx="4259880" cy="3416040"/>
          </a:xfrm>
          <a:prstGeom prst="rect">
            <a:avLst/>
          </a:prstGeom>
          <a:noFill/>
          <a:ln w="0">
            <a:noFill/>
          </a:ln>
        </p:spPr>
        <p:txBody>
          <a:bodyPr lIns="91440" tIns="91440" rIns="91440" bIns="91440" anchor="t">
            <a:normAutofit/>
          </a:bodyPr>
          <a:p>
            <a:pPr indent="0" algn="l">
              <a:lnSpc>
                <a:spcPct val="115000"/>
              </a:lnSpc>
              <a:spcAft>
                <a:spcPts val="1199"/>
              </a:spcAft>
              <a:buNone/>
              <a:tabLst>
                <a:tab pos="0" algn="l"/>
              </a:tabLst>
            </a:pPr>
            <a:r>
              <a:rPr lang="en" sz="1800" b="0" u="none" strike="noStrike">
                <a:solidFill>
                  <a:schemeClr val="dk2"/>
                </a:solidFill>
                <a:effectLst/>
                <a:uFillTx/>
                <a:latin typeface="Arial"/>
                <a:ea typeface="Arial"/>
              </a:rPr>
              <a:t>Phoenix 6 is the main library for all CTRE CAN products. It has many advanced features that can provide advantages to teams who properly utilize it. The library also provides many functions that make it easier for teams to use it. However, we are not going over most of these features today because we are focusing on the basics of programming your motor controllers.</a:t>
            </a:r>
            <a:endParaRPr lang="en-GB" sz="1800" b="0" u="none" strike="noStrike">
              <a:solidFill>
                <a:srgbClr val="000000"/>
              </a:solidFill>
              <a:effectLst/>
              <a:uFillTx/>
              <a:latin typeface="Arial"/>
            </a:endParaRPr>
          </a:p>
        </p:txBody>
      </p:sp>
      <p:pic>
        <p:nvPicPr>
          <p:cNvPr id="73" name="Google Shape;140;p25"/>
          <p:cNvPicPr/>
          <p:nvPr/>
        </p:nvPicPr>
        <p:blipFill>
          <a:blip r:embed="rId1"/>
          <a:stretch/>
        </p:blipFill>
        <p:spPr>
          <a:xfrm>
            <a:off x="4724280" y="1170000"/>
            <a:ext cx="4266720" cy="32000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Phoenix 6 - Creating Motor Controller Objects</a:t>
            </a:r>
            <a:endParaRPr lang="en-GB" sz="2800" b="0" u="none" strike="noStrike">
              <a:solidFill>
                <a:srgbClr val="000000"/>
              </a:solidFill>
              <a:effectLst/>
              <a:uFillTx/>
              <a:latin typeface="Arial"/>
            </a:endParaRPr>
          </a:p>
        </p:txBody>
      </p:sp>
      <p:sp>
        <p:nvSpPr>
          <p:cNvPr id="75" name="PlaceHolder 2"/>
          <p:cNvSpPr>
            <a:spLocks noGrp="1"/>
          </p:cNvSpPr>
          <p:nvPr>
            <p:ph/>
          </p:nvPr>
        </p:nvSpPr>
        <p:spPr>
          <a:xfrm>
            <a:off x="311760" y="1152360"/>
            <a:ext cx="3999600" cy="4034520"/>
          </a:xfrm>
          <a:prstGeom prst="rect">
            <a:avLst/>
          </a:prstGeom>
          <a:noFill/>
          <a:ln w="0">
            <a:noFill/>
          </a:ln>
        </p:spPr>
        <p:txBody>
          <a:bodyPr lIns="91440" tIns="91440" rIns="91440" bIns="91440" anchor="t">
            <a:normAutofit lnSpcReduction="9999"/>
          </a:bodyPr>
          <a:p>
            <a:pPr indent="0" algn="l">
              <a:lnSpc>
                <a:spcPct val="115000"/>
              </a:lnSpc>
              <a:buNone/>
              <a:tabLst>
                <a:tab pos="0" algn="l"/>
              </a:tabLst>
            </a:pPr>
            <a:r>
              <a:rPr lang="en" sz="1400" b="0" u="none" strike="noStrike">
                <a:solidFill>
                  <a:schemeClr val="dk2"/>
                </a:solidFill>
                <a:effectLst/>
                <a:uFillTx/>
                <a:latin typeface="Arial"/>
                <a:ea typeface="Arial"/>
              </a:rPr>
              <a:t>Inorder to control your TalonFX or TalonFXS using the Phoenix 6 Library, you must first create a motor controller object. You can follow these steps to create the motor object</a:t>
            </a:r>
            <a:endParaRPr lang="en-GB" sz="1400" b="0" u="none" strike="noStrike">
              <a:solidFill>
                <a:srgbClr val="000000"/>
              </a:solidFill>
              <a:effectLst/>
              <a:uFillTx/>
              <a:latin typeface="Arial"/>
            </a:endParaRPr>
          </a:p>
          <a:p>
            <a:pPr marL="457200" indent="-317520" algn="l">
              <a:lnSpc>
                <a:spcPct val="115000"/>
              </a:lnSpc>
              <a:spcBef>
                <a:spcPts val="1199"/>
              </a:spcBef>
              <a:buClr>
                <a:srgbClr val="595959"/>
              </a:buClr>
              <a:buFont typeface="Arial"/>
              <a:buChar char="-"/>
              <a:tabLst>
                <a:tab pos="0" algn="l"/>
              </a:tabLst>
            </a:pPr>
            <a:r>
              <a:rPr lang="en" sz="1400" b="0" u="none" strike="noStrike">
                <a:solidFill>
                  <a:schemeClr val="dk2"/>
                </a:solidFill>
                <a:effectLst/>
                <a:uFillTx/>
                <a:latin typeface="Arial"/>
                <a:ea typeface="Arial"/>
              </a:rPr>
              <a:t>Create an object in code that uses your motor controller, it is typically just the motor controller name with </a:t>
            </a:r>
            <a:r>
              <a:rPr lang="en" sz="1400" b="1" u="none" strike="noStrike">
                <a:solidFill>
                  <a:schemeClr val="dk2"/>
                </a:solidFill>
                <a:effectLst/>
                <a:uFillTx/>
                <a:latin typeface="Arial"/>
                <a:ea typeface="Arial"/>
              </a:rPr>
              <a:t>no spaces. </a:t>
            </a:r>
            <a:r>
              <a:rPr lang="en" sz="1400" b="0" u="none" strike="noStrike">
                <a:solidFill>
                  <a:schemeClr val="dk2"/>
                </a:solidFill>
                <a:effectLst/>
                <a:uFillTx/>
                <a:latin typeface="Arial"/>
                <a:ea typeface="Arial"/>
              </a:rPr>
              <a:t>In this example we are using TalonFX, so it will look like new TalonFX(1,new CANBUS(“Bus”));</a:t>
            </a:r>
            <a:endParaRPr lang="en-GB" sz="1400" b="0" u="none" strike="noStrike">
              <a:solidFill>
                <a:srgbClr val="000000"/>
              </a:solidFill>
              <a:effectLst/>
              <a:uFillTx/>
              <a:latin typeface="Arial"/>
            </a:endParaRPr>
          </a:p>
          <a:p>
            <a:pPr marL="457200" indent="-317520" algn="l">
              <a:lnSpc>
                <a:spcPct val="115000"/>
              </a:lnSpc>
              <a:buClr>
                <a:srgbClr val="595959"/>
              </a:buClr>
              <a:buFont typeface="Arial"/>
              <a:buChar char="-"/>
              <a:tabLst>
                <a:tab pos="0" algn="l"/>
              </a:tabLst>
            </a:pPr>
            <a:r>
              <a:rPr lang="en" sz="1400" b="0" u="none" strike="noStrike">
                <a:solidFill>
                  <a:schemeClr val="dk2"/>
                </a:solidFill>
                <a:effectLst/>
                <a:uFillTx/>
                <a:latin typeface="Arial"/>
                <a:ea typeface="Arial"/>
              </a:rPr>
              <a:t>The first parameter of the constructor is the CAN ID of the motor controller</a:t>
            </a:r>
            <a:endParaRPr lang="en-GB" sz="1400" b="0" u="none" strike="noStrike">
              <a:solidFill>
                <a:srgbClr val="000000"/>
              </a:solidFill>
              <a:effectLst/>
              <a:uFillTx/>
              <a:latin typeface="Arial"/>
            </a:endParaRPr>
          </a:p>
          <a:p>
            <a:pPr marL="457200" indent="-317520" algn="l">
              <a:lnSpc>
                <a:spcPct val="115000"/>
              </a:lnSpc>
              <a:buClr>
                <a:srgbClr val="595959"/>
              </a:buClr>
              <a:buFont typeface="Arial"/>
              <a:buChar char="-"/>
              <a:tabLst>
                <a:tab pos="0" algn="l"/>
              </a:tabLst>
            </a:pPr>
            <a:r>
              <a:rPr lang="en" sz="1400" b="0" u="none" strike="noStrike">
                <a:solidFill>
                  <a:schemeClr val="dk2"/>
                </a:solidFill>
                <a:effectLst/>
                <a:uFillTx/>
                <a:latin typeface="Arial"/>
                <a:ea typeface="Arial"/>
              </a:rPr>
              <a:t>The second parameter is the canbus that the controller is connected to. This parameter is completely optional, and can be left out if only using 1 can bus.</a:t>
            </a:r>
            <a:endParaRPr lang="en-GB" sz="1400" b="0" u="none" strike="noStrike">
              <a:solidFill>
                <a:srgbClr val="000000"/>
              </a:solidFill>
              <a:effectLst/>
              <a:uFillTx/>
              <a:latin typeface="Arial"/>
            </a:endParaRPr>
          </a:p>
        </p:txBody>
      </p:sp>
      <p:pic>
        <p:nvPicPr>
          <p:cNvPr id="76" name="Google Shape;147;p26"/>
          <p:cNvPicPr/>
          <p:nvPr/>
        </p:nvPicPr>
        <p:blipFill>
          <a:blip r:embed="rId1"/>
          <a:stretch/>
        </p:blipFill>
        <p:spPr>
          <a:xfrm>
            <a:off x="4572000" y="1310040"/>
            <a:ext cx="4259880" cy="178920"/>
          </a:xfrm>
          <a:prstGeom prst="rect">
            <a:avLst/>
          </a:prstGeom>
          <a:noFill/>
          <a:ln w="0">
            <a:noFill/>
          </a:ln>
        </p:spPr>
      </p:pic>
      <p:pic>
        <p:nvPicPr>
          <p:cNvPr id="77" name="Google Shape;148;p26"/>
          <p:cNvPicPr/>
          <p:nvPr/>
        </p:nvPicPr>
        <p:blipFill>
          <a:blip r:embed="rId2"/>
          <a:stretch/>
        </p:blipFill>
        <p:spPr>
          <a:xfrm>
            <a:off x="5151600" y="1598040"/>
            <a:ext cx="3349440" cy="33494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fontScale="85000" lnSpcReduction="9999"/>
          </a:bodyPr>
          <a:p>
            <a:pPr indent="0" algn="l">
              <a:lnSpc>
                <a:spcPct val="100000"/>
              </a:lnSpc>
              <a:buNone/>
              <a:tabLst>
                <a:tab pos="0" algn="l"/>
              </a:tabLst>
            </a:pPr>
            <a:r>
              <a:rPr lang="en" sz="2800" b="0" u="none" strike="noStrike">
                <a:solidFill>
                  <a:schemeClr val="dk1"/>
                </a:solidFill>
                <a:effectLst/>
                <a:uFillTx/>
                <a:latin typeface="Arial"/>
                <a:ea typeface="Arial"/>
              </a:rPr>
              <a:t>Phoenix 6 - Configuring the TalonFX Motor Controller in Code</a:t>
            </a:r>
            <a:endParaRPr lang="en-GB" sz="2800" b="0" u="none" strike="noStrike">
              <a:solidFill>
                <a:srgbClr val="000000"/>
              </a:solidFill>
              <a:effectLst/>
              <a:uFillTx/>
              <a:latin typeface="Arial"/>
            </a:endParaRPr>
          </a:p>
        </p:txBody>
      </p:sp>
      <p:sp>
        <p:nvSpPr>
          <p:cNvPr id="79" name="PlaceHolder 2"/>
          <p:cNvSpPr>
            <a:spLocks noGrp="1"/>
          </p:cNvSpPr>
          <p:nvPr>
            <p:ph/>
          </p:nvPr>
        </p:nvSpPr>
        <p:spPr>
          <a:xfrm>
            <a:off x="311760" y="1152360"/>
            <a:ext cx="3999600" cy="3416040"/>
          </a:xfrm>
          <a:prstGeom prst="rect">
            <a:avLst/>
          </a:prstGeom>
          <a:noFill/>
          <a:ln w="0">
            <a:noFill/>
          </a:ln>
        </p:spPr>
        <p:txBody>
          <a:bodyPr lIns="91440" tIns="91440" rIns="91440" bIns="91440" anchor="t">
            <a:normAutofit fontScale="92500" lnSpcReduction="9999"/>
          </a:bodyPr>
          <a:p>
            <a:pPr indent="0" algn="l">
              <a:lnSpc>
                <a:spcPct val="115000"/>
              </a:lnSpc>
              <a:spcAft>
                <a:spcPts val="1199"/>
              </a:spcAft>
              <a:buNone/>
              <a:tabLst>
                <a:tab pos="0" algn="l"/>
              </a:tabLst>
            </a:pPr>
            <a:r>
              <a:rPr lang="en" sz="1400" b="0" u="none" strike="noStrike">
                <a:solidFill>
                  <a:schemeClr val="dk2"/>
                </a:solidFill>
                <a:effectLst/>
                <a:uFillTx/>
                <a:latin typeface="Arial"/>
                <a:ea typeface="Arial"/>
              </a:rPr>
              <a:t>You can configure your talonfx similar to a Spark series controller through a configuration named device name with no spaces + “Configuration”. However, it is very important that you read the documentation for each controller because the configuration categories for each variable are different, and the variable names are different. Phoenix 6 supports inline configuration through functions with the function simply being called “with”+&lt;variable name&gt;. You can finally configure a TalonFX or any phoenix 6 device by calling &lt;motor controller object variable&gt;.getConfigurator().apply(&lt;configuration object variable&gt;). </a:t>
            </a:r>
            <a:endParaRPr lang="en-GB" sz="1400" b="0" u="none" strike="noStrike">
              <a:solidFill>
                <a:srgbClr val="000000"/>
              </a:solidFill>
              <a:effectLst/>
              <a:uFillTx/>
              <a:latin typeface="Arial"/>
            </a:endParaRPr>
          </a:p>
        </p:txBody>
      </p:sp>
      <p:pic>
        <p:nvPicPr>
          <p:cNvPr id="80" name="Google Shape;155;p27"/>
          <p:cNvPicPr/>
          <p:nvPr/>
        </p:nvPicPr>
        <p:blipFill>
          <a:blip r:embed="rId1"/>
          <a:stretch/>
        </p:blipFill>
        <p:spPr>
          <a:xfrm>
            <a:off x="4412160" y="1487520"/>
            <a:ext cx="4419720" cy="9342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Phoenix 6 - Control Request API</a:t>
            </a:r>
            <a:endParaRPr lang="en-GB" sz="2800" b="0" u="none" strike="noStrike">
              <a:solidFill>
                <a:srgbClr val="000000"/>
              </a:solidFill>
              <a:effectLst/>
              <a:uFillTx/>
              <a:latin typeface="Arial"/>
            </a:endParaRPr>
          </a:p>
        </p:txBody>
      </p:sp>
      <p:sp>
        <p:nvSpPr>
          <p:cNvPr id="82" name="PlaceHolder 2"/>
          <p:cNvSpPr>
            <a:spLocks noGrp="1"/>
          </p:cNvSpPr>
          <p:nvPr>
            <p:ph/>
          </p:nvPr>
        </p:nvSpPr>
        <p:spPr>
          <a:xfrm>
            <a:off x="311760" y="960840"/>
            <a:ext cx="3999600" cy="3825360"/>
          </a:xfrm>
          <a:prstGeom prst="rect">
            <a:avLst/>
          </a:prstGeom>
          <a:noFill/>
          <a:ln w="0">
            <a:noFill/>
          </a:ln>
        </p:spPr>
        <p:txBody>
          <a:bodyPr lIns="91440" tIns="91440" rIns="91440" bIns="91440" anchor="t">
            <a:normAutofit/>
          </a:bodyPr>
          <a:p>
            <a:pPr indent="0" algn="l">
              <a:lnSpc>
                <a:spcPct val="115000"/>
              </a:lnSpc>
              <a:buNone/>
              <a:tabLst>
                <a:tab pos="0" algn="l"/>
              </a:tabLst>
            </a:pPr>
            <a:r>
              <a:rPr lang="en" sz="1400" b="0" u="none" strike="noStrike">
                <a:solidFill>
                  <a:schemeClr val="dk2"/>
                </a:solidFill>
                <a:effectLst/>
                <a:uFillTx/>
                <a:latin typeface="Arial"/>
                <a:ea typeface="Arial"/>
              </a:rPr>
              <a:t>The control request api is how you can control all CTRE devices in code. This api allows to customize the led output on the CANdle, and the motor output of your Krakens/Falcons. It is a simple api requiring the user create a control request object of the appropriate type and using device.setControl(object) to control the devices. </a:t>
            </a:r>
            <a:endParaRPr lang="en-GB" sz="1400" b="0" u="none" strike="noStrike">
              <a:solidFill>
                <a:srgbClr val="000000"/>
              </a:solidFill>
              <a:effectLst/>
              <a:uFillTx/>
              <a:latin typeface="Arial"/>
            </a:endParaRPr>
          </a:p>
          <a:p>
            <a:pPr indent="0" algn="l">
              <a:lnSpc>
                <a:spcPct val="115000"/>
              </a:lnSpc>
              <a:spcBef>
                <a:spcPts val="1199"/>
              </a:spcBef>
              <a:buNone/>
              <a:tabLst>
                <a:tab pos="0" algn="l"/>
              </a:tabLst>
            </a:pPr>
            <a:r>
              <a:rPr lang="en" sz="1400" b="0" u="none" strike="noStrike">
                <a:solidFill>
                  <a:schemeClr val="dk2"/>
                </a:solidFill>
                <a:effectLst/>
                <a:uFillTx/>
                <a:latin typeface="Arial"/>
                <a:ea typeface="Arial"/>
              </a:rPr>
              <a:t>Here is a quick table of the type of desired output and appropriate type of control request.</a:t>
            </a:r>
            <a:endParaRPr lang="en-GB" sz="1400" b="0" u="none" strike="noStrike">
              <a:solidFill>
                <a:srgbClr val="000000"/>
              </a:solidFill>
              <a:effectLst/>
              <a:uFillTx/>
              <a:latin typeface="Arial"/>
            </a:endParaRPr>
          </a:p>
          <a:p>
            <a:pPr indent="0" algn="l">
              <a:lnSpc>
                <a:spcPct val="115000"/>
              </a:lnSpc>
              <a:spcBef>
                <a:spcPts val="1199"/>
              </a:spcBef>
              <a:spcAft>
                <a:spcPts val="1199"/>
              </a:spcAft>
              <a:buNone/>
              <a:tabLst>
                <a:tab pos="0" algn="l"/>
              </a:tabLst>
            </a:pPr>
            <a:r>
              <a:rPr lang="en" sz="1400" b="0" u="none" strike="noStrike">
                <a:solidFill>
                  <a:schemeClr val="dk2"/>
                </a:solidFill>
                <a:effectLst/>
                <a:uFillTx/>
                <a:latin typeface="Arial"/>
                <a:ea typeface="Arial"/>
              </a:rPr>
              <a:t>CTRE also provides the motion magic and motion magic expo versions of all motor controlled output requests</a:t>
            </a:r>
            <a:endParaRPr lang="en-GB" sz="1400" b="0" u="none" strike="noStrike">
              <a:solidFill>
                <a:srgbClr val="000000"/>
              </a:solidFill>
              <a:effectLst/>
              <a:uFillTx/>
              <a:latin typeface="Arial"/>
            </a:endParaRPr>
          </a:p>
        </p:txBody>
      </p:sp>
      <p:graphicFrame>
        <p:nvGraphicFramePr>
          <p:cNvPr id="83" name="Google Shape;162;p28"/>
          <p:cNvGraphicFramePr/>
          <p:nvPr/>
        </p:nvGraphicFramePr>
        <p:xfrm>
          <a:off x="5081040" y="956520"/>
          <a:ext cx="3990960" cy="3443400"/>
        </p:xfrm>
        <a:graphic>
          <a:graphicData uri="http://schemas.openxmlformats.org/drawingml/2006/table">
            <a:tbl>
              <a:tblPr/>
              <a:tblGrid>
                <a:gridCol w="1621080"/>
                <a:gridCol w="2369520"/>
              </a:tblGrid>
              <a:tr h="333000">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Open Loop/Voltage</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VoltageOut</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r>
              <a:tr h="333000">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TorqueCurrent</a:t>
                      </a:r>
                      <a:endParaRPr lang="en-GB" sz="1400" b="0" u="none" strike="noStrike">
                        <a:solidFill>
                          <a:srgbClr val="000000"/>
                        </a:solidFill>
                        <a:effectLst/>
                        <a:uFillTx/>
                        <a:latin typeface="Arial"/>
                      </a:endParaRPr>
                    </a:p>
                    <a:p>
                      <a:pPr>
                        <a:lnSpc>
                          <a:spcPct val="100000"/>
                        </a:lnSpc>
                        <a:tabLst>
                          <a:tab pos="0" algn="l"/>
                        </a:tabLst>
                      </a:pPr>
                      <a:r>
                        <a:rPr lang="en" sz="1400" b="0" u="none" strike="noStrike">
                          <a:solidFill>
                            <a:srgbClr val="000000"/>
                          </a:solidFill>
                          <a:effectLst/>
                          <a:uFillTx/>
                          <a:latin typeface="Arial"/>
                          <a:ea typeface="Arial"/>
                        </a:rPr>
                        <a:t>(Requires PRO)</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TorqueCurrentFOC</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r>
              <a:tr h="333000">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PWM style/Percentage</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DutyCycleOut</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r>
              <a:tr h="333000">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Position</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PositionVoltage/</a:t>
                      </a:r>
                      <a:endParaRPr lang="en-GB" sz="1400" b="0" u="none" strike="noStrike">
                        <a:solidFill>
                          <a:srgbClr val="000000"/>
                        </a:solidFill>
                        <a:effectLst/>
                        <a:uFillTx/>
                        <a:latin typeface="Arial"/>
                      </a:endParaRPr>
                    </a:p>
                    <a:p>
                      <a:pPr>
                        <a:lnSpc>
                          <a:spcPct val="100000"/>
                        </a:lnSpc>
                        <a:tabLst>
                          <a:tab pos="0" algn="l"/>
                        </a:tabLst>
                      </a:pPr>
                      <a:r>
                        <a:rPr lang="en" sz="1400" b="0" u="none" strike="noStrike">
                          <a:solidFill>
                            <a:srgbClr val="000000"/>
                          </a:solidFill>
                          <a:effectLst/>
                          <a:uFillTx/>
                          <a:latin typeface="Arial"/>
                          <a:ea typeface="Arial"/>
                        </a:rPr>
                        <a:t>TorqueCurrentFOC</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r>
              <a:tr h="333000">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Velocity</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VelocityVoltage/</a:t>
                      </a:r>
                      <a:endParaRPr lang="en-GB" sz="1400" b="0" u="none" strike="noStrike">
                        <a:solidFill>
                          <a:srgbClr val="000000"/>
                        </a:solidFill>
                        <a:effectLst/>
                        <a:uFillTx/>
                        <a:latin typeface="Arial"/>
                      </a:endParaRPr>
                    </a:p>
                    <a:p>
                      <a:pPr>
                        <a:lnSpc>
                          <a:spcPct val="100000"/>
                        </a:lnSpc>
                        <a:tabLst>
                          <a:tab pos="0" algn="l"/>
                        </a:tabLst>
                      </a:pPr>
                      <a:r>
                        <a:rPr lang="en" sz="1400" b="0" u="none" strike="noStrike">
                          <a:solidFill>
                            <a:srgbClr val="000000"/>
                          </a:solidFill>
                          <a:effectLst/>
                          <a:uFillTx/>
                          <a:latin typeface="Arial"/>
                          <a:ea typeface="Arial"/>
                        </a:rPr>
                        <a:t>TorqueCurrentFOC</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r>
              <a:tr h="333000">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LED Pattern</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c>
                  <a:txBody>
                    <a:bodyPr lIns="91080" tIns="91080" rIns="91080" bIns="91080" anchor="t">
                      <a:noAutofit/>
                    </a:bodyPr>
                    <a:p>
                      <a:pPr>
                        <a:lnSpc>
                          <a:spcPct val="100000"/>
                        </a:lnSpc>
                        <a:tabLst>
                          <a:tab pos="0" algn="l"/>
                        </a:tabLst>
                      </a:pPr>
                      <a:r>
                        <a:rPr lang="en" sz="1400" b="0" u="none" strike="noStrike">
                          <a:solidFill>
                            <a:srgbClr val="000000"/>
                          </a:solidFill>
                          <a:effectLst/>
                          <a:uFillTx/>
                          <a:latin typeface="Arial"/>
                          <a:ea typeface="Arial"/>
                        </a:rPr>
                        <a:t>Name+”Animation”</a:t>
                      </a:r>
                      <a:endParaRPr lang="en-GB" sz="1400" b="0" u="none" strike="noStrike">
                        <a:solidFill>
                          <a:srgbClr val="000000"/>
                        </a:solidFill>
                        <a:effectLst/>
                        <a:uFillTx/>
                        <a:latin typeface="Arial"/>
                      </a:endParaRPr>
                    </a:p>
                  </a:txBody>
                  <a:tcPr anchor="t" marL="91080" marR="91080" marT="91080" marB="91080">
                    <a:lnL w="18720">
                      <a:solidFill>
                        <a:srgbClr val="595959"/>
                      </a:solidFill>
                      <a:prstDash val="solid"/>
                    </a:lnL>
                    <a:lnR w="18720">
                      <a:solidFill>
                        <a:srgbClr val="595959"/>
                      </a:solidFill>
                      <a:prstDash val="solid"/>
                    </a:lnR>
                    <a:lnT w="18720">
                      <a:solidFill>
                        <a:srgbClr val="595959"/>
                      </a:solidFill>
                      <a:prstDash val="solid"/>
                    </a:lnT>
                    <a:lnB w="18720">
                      <a:solidFill>
                        <a:srgbClr val="595959"/>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311760" y="444960"/>
            <a:ext cx="8520120" cy="572400"/>
          </a:xfrm>
          <a:prstGeom prst="rect">
            <a:avLst/>
          </a:prstGeom>
          <a:noFill/>
          <a:ln w="0">
            <a:noFill/>
          </a:ln>
        </p:spPr>
        <p:txBody>
          <a:bodyPr lIns="91440" tIns="91440" rIns="91440" bIns="91440" anchor="t">
            <a:normAutofit lnSpcReduction="9999"/>
          </a:bodyPr>
          <a:p>
            <a:pPr indent="0" algn="l">
              <a:lnSpc>
                <a:spcPct val="100000"/>
              </a:lnSpc>
              <a:buNone/>
              <a:tabLst>
                <a:tab pos="0" algn="l"/>
              </a:tabLst>
            </a:pPr>
            <a:r>
              <a:rPr lang="en" sz="2800" b="0" u="none" strike="noStrike">
                <a:solidFill>
                  <a:schemeClr val="dk1"/>
                </a:solidFill>
                <a:effectLst/>
                <a:uFillTx/>
                <a:latin typeface="Arial"/>
                <a:ea typeface="Arial"/>
              </a:rPr>
              <a:t>Phoenix 6 - Status Signal API</a:t>
            </a:r>
            <a:endParaRPr lang="en-GB" sz="2800" b="0" u="none" strike="noStrike">
              <a:solidFill>
                <a:srgbClr val="000000"/>
              </a:solidFill>
              <a:effectLst/>
              <a:uFillTx/>
              <a:latin typeface="Arial"/>
            </a:endParaRPr>
          </a:p>
        </p:txBody>
      </p:sp>
      <p:sp>
        <p:nvSpPr>
          <p:cNvPr id="85" name="PlaceHolder 2"/>
          <p:cNvSpPr>
            <a:spLocks noGrp="1"/>
          </p:cNvSpPr>
          <p:nvPr>
            <p:ph/>
          </p:nvPr>
        </p:nvSpPr>
        <p:spPr>
          <a:xfrm>
            <a:off x="311760" y="1152360"/>
            <a:ext cx="3999600" cy="3416040"/>
          </a:xfrm>
          <a:prstGeom prst="rect">
            <a:avLst/>
          </a:prstGeom>
          <a:noFill/>
          <a:ln w="0">
            <a:noFill/>
          </a:ln>
        </p:spPr>
        <p:txBody>
          <a:bodyPr lIns="91440" tIns="91440" rIns="91440" bIns="91440" anchor="t">
            <a:normAutofit fontScale="92500" lnSpcReduction="9999"/>
          </a:bodyPr>
          <a:p>
            <a:pPr indent="0" algn="l">
              <a:lnSpc>
                <a:spcPct val="115000"/>
              </a:lnSpc>
              <a:spcAft>
                <a:spcPts val="1199"/>
              </a:spcAft>
              <a:buNone/>
              <a:tabLst>
                <a:tab pos="0" algn="l"/>
              </a:tabLst>
            </a:pPr>
            <a:r>
              <a:rPr lang="en" sz="1400" b="0" u="none" strike="noStrike">
                <a:solidFill>
                  <a:schemeClr val="dk2"/>
                </a:solidFill>
                <a:effectLst/>
                <a:uFillTx/>
                <a:latin typeface="Arial"/>
                <a:ea typeface="Arial"/>
              </a:rPr>
              <a:t>The status signal API is how you get data in Phoenix 6. Anyone who has used a TalonFX motor in code has to had to use this api. It provides some advanced features that allow you to optimize the can bus usage on your robot, while also being easy to use. You can define a status signal object by doing device.getx(), with x being the data you want to get such as position or stator current. This will return a status signal object with a sub type of a WPILib measure unit. In order to get the data from the status signal, you must first refresh with &lt;signal object&gt;.refresh(), and then you can do &lt;signal object&gt;.getValue().You can adjust how fast the status signal sends back data by changing the update frequency with set update frequency.</a:t>
            </a:r>
            <a:endParaRPr lang="en-GB" sz="1400" b="0" u="none" strike="noStrike">
              <a:solidFill>
                <a:srgbClr val="000000"/>
              </a:solidFill>
              <a:effectLst/>
              <a:uFillTx/>
              <a:latin typeface="Arial"/>
            </a:endParaRPr>
          </a:p>
        </p:txBody>
      </p:sp>
      <p:pic>
        <p:nvPicPr>
          <p:cNvPr id="86" name="Google Shape;169;p29"/>
          <p:cNvPicPr/>
          <p:nvPr/>
        </p:nvPicPr>
        <p:blipFill>
          <a:blip r:embed="rId1"/>
          <a:stretch/>
        </p:blipFill>
        <p:spPr>
          <a:xfrm>
            <a:off x="4311720" y="3288600"/>
            <a:ext cx="4520520" cy="1212120"/>
          </a:xfrm>
          <a:prstGeom prst="rect">
            <a:avLst/>
          </a:prstGeom>
          <a:noFill/>
          <a:ln w="0">
            <a:noFill/>
          </a:ln>
        </p:spPr>
      </p:pic>
      <p:pic>
        <p:nvPicPr>
          <p:cNvPr id="87" name="Google Shape;170;p29"/>
          <p:cNvPicPr/>
          <p:nvPr/>
        </p:nvPicPr>
        <p:blipFill>
          <a:blip r:embed="rId2"/>
          <a:stretch/>
        </p:blipFill>
        <p:spPr>
          <a:xfrm>
            <a:off x="4311720" y="2124000"/>
            <a:ext cx="4636800" cy="6584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311760" y="2151000"/>
            <a:ext cx="8520120" cy="841320"/>
          </a:xfrm>
          <a:prstGeom prst="rect">
            <a:avLst/>
          </a:prstGeom>
          <a:noFill/>
          <a:ln w="0">
            <a:noFill/>
          </a:ln>
        </p:spPr>
        <p:txBody>
          <a:bodyPr lIns="91440" tIns="91440" rIns="91440" bIns="91440" anchor="ctr">
            <a:normAutofit fontScale="47500" lnSpcReduction="19999"/>
          </a:bodyPr>
          <a:p>
            <a:pPr indent="0" algn="ctr">
              <a:lnSpc>
                <a:spcPct val="100000"/>
              </a:lnSpc>
              <a:buNone/>
              <a:tabLst>
                <a:tab pos="0" algn="l"/>
              </a:tabLst>
            </a:pPr>
            <a:r>
              <a:rPr lang="en" sz="3600" b="0" u="none" strike="noStrike">
                <a:solidFill>
                  <a:schemeClr val="dk1"/>
                </a:solidFill>
                <a:effectLst/>
                <a:uFillTx/>
                <a:latin typeface="Arial"/>
                <a:ea typeface="Arial"/>
              </a:rPr>
              <a:t>Thank You for your attention during this lesson. All of the example code in this slide show can be found on the github provided under the “</a:t>
            </a:r>
            <a:r>
              <a:rPr lang="en" sz="2300" b="1" u="none" strike="noStrike">
                <a:solidFill>
                  <a:schemeClr val="dk1"/>
                </a:solidFill>
                <a:effectLst/>
                <a:uFillTx/>
                <a:latin typeface="Arial"/>
                <a:ea typeface="Arial"/>
              </a:rPr>
              <a:t>WPILIB-MOTOR-EXAMPLE-CODE</a:t>
            </a:r>
            <a:r>
              <a:rPr lang="en" sz="3600" b="0" u="none" strike="noStrike">
                <a:solidFill>
                  <a:schemeClr val="dk1"/>
                </a:solidFill>
                <a:effectLst/>
                <a:uFillTx/>
                <a:latin typeface="Arial"/>
                <a:ea typeface="Arial"/>
              </a:rPr>
              <a:t>” folder.</a:t>
            </a:r>
            <a:endParaRPr lang="en-GB" sz="3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en-GB</dc:language>
  <cp:lastModifiedBy/>
  <dcterms:modified xsi:type="dcterms:W3CDTF">2026-08-16T17:43:23Z</dcterms:modified>
  <cp:revision>1</cp:revision>
  <dc:subject/>
  <dc:title/>
</cp:coreProperties>
</file>